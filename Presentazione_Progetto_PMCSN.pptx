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4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8"/>
  </p:notesMasterIdLst>
  <p:handoutMasterIdLst>
    <p:handoutMasterId r:id="rId5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68" r:id="rId12"/>
    <p:sldId id="270" r:id="rId13"/>
    <p:sldId id="273" r:id="rId14"/>
    <p:sldId id="278" r:id="rId15"/>
    <p:sldId id="339" r:id="rId16"/>
    <p:sldId id="279" r:id="rId17"/>
    <p:sldId id="340" r:id="rId18"/>
    <p:sldId id="341" r:id="rId19"/>
    <p:sldId id="342" r:id="rId20"/>
    <p:sldId id="343" r:id="rId21"/>
    <p:sldId id="344" r:id="rId22"/>
    <p:sldId id="345" r:id="rId23"/>
    <p:sldId id="346" r:id="rId24"/>
    <p:sldId id="283" r:id="rId25"/>
    <p:sldId id="286" r:id="rId26"/>
    <p:sldId id="319" r:id="rId27"/>
    <p:sldId id="320" r:id="rId28"/>
    <p:sldId id="321" r:id="rId29"/>
    <p:sldId id="322" r:id="rId30"/>
    <p:sldId id="323" r:id="rId31"/>
    <p:sldId id="324" r:id="rId32"/>
    <p:sldId id="287" r:id="rId33"/>
    <p:sldId id="262" r:id="rId34"/>
    <p:sldId id="288" r:id="rId35"/>
    <p:sldId id="289" r:id="rId36"/>
    <p:sldId id="290" r:id="rId37"/>
    <p:sldId id="348" r:id="rId38"/>
    <p:sldId id="349" r:id="rId39"/>
    <p:sldId id="350" r:id="rId40"/>
    <p:sldId id="351" r:id="rId41"/>
    <p:sldId id="352" r:id="rId42"/>
    <p:sldId id="353" r:id="rId43"/>
    <p:sldId id="354" r:id="rId44"/>
    <p:sldId id="355" r:id="rId45"/>
    <p:sldId id="356" r:id="rId46"/>
    <p:sldId id="357" r:id="rId47"/>
    <p:sldId id="325" r:id="rId48"/>
    <p:sldId id="326" r:id="rId49"/>
    <p:sldId id="327" r:id="rId50"/>
    <p:sldId id="328" r:id="rId51"/>
    <p:sldId id="329" r:id="rId52"/>
    <p:sldId id="330" r:id="rId53"/>
    <p:sldId id="331" r:id="rId54"/>
    <p:sldId id="314" r:id="rId55"/>
    <p:sldId id="316" r:id="rId56"/>
    <p:sldId id="317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ED01"/>
    <a:srgbClr val="A2BE98"/>
    <a:srgbClr val="7DA56F"/>
    <a:srgbClr val="D1DFCC"/>
    <a:srgbClr val="89AC7C"/>
    <a:srgbClr val="CADAC4"/>
    <a:srgbClr val="CC0000"/>
    <a:srgbClr val="EA0000"/>
    <a:srgbClr val="E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0B0548-D772-4878-AE44-F64B8247824B}" v="90" dt="2026-01-27T17:25:45.8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87150" autoAdjust="0"/>
  </p:normalViewPr>
  <p:slideViewPr>
    <p:cSldViewPr snapToGrid="0">
      <p:cViewPr varScale="1">
        <p:scale>
          <a:sx n="74" d="100"/>
          <a:sy n="74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derico Pepe" userId="ebd157c5270be293" providerId="LiveId" clId="{CF3693D5-FEB2-42A7-BFDD-3AB6135DD855}"/>
    <pc:docChg chg="undo custSel addSld delSld modSld sldOrd">
      <pc:chgData name="Federico Pepe" userId="ebd157c5270be293" providerId="LiveId" clId="{CF3693D5-FEB2-42A7-BFDD-3AB6135DD855}" dt="2026-01-27T17:28:36.705" v="18193" actId="1076"/>
      <pc:docMkLst>
        <pc:docMk/>
      </pc:docMkLst>
      <pc:sldChg chg="modSp mod">
        <pc:chgData name="Federico Pepe" userId="ebd157c5270be293" providerId="LiveId" clId="{CF3693D5-FEB2-42A7-BFDD-3AB6135DD855}" dt="2026-01-27T16:14:16.109" v="16984" actId="20577"/>
        <pc:sldMkLst>
          <pc:docMk/>
          <pc:sldMk cId="2500185463" sldId="262"/>
        </pc:sldMkLst>
        <pc:graphicFrameChg chg="modGraphic">
          <ac:chgData name="Federico Pepe" userId="ebd157c5270be293" providerId="LiveId" clId="{CF3693D5-FEB2-42A7-BFDD-3AB6135DD855}" dt="2026-01-27T16:14:16.109" v="16984" actId="20577"/>
          <ac:graphicFrameMkLst>
            <pc:docMk/>
            <pc:sldMk cId="2500185463" sldId="262"/>
            <ac:graphicFrameMk id="8" creationId="{5C39F525-DECA-0D8E-DF46-6067DC77D141}"/>
          </ac:graphicFrameMkLst>
        </pc:graphicFrameChg>
      </pc:sldChg>
      <pc:sldChg chg="addSp modSp new mod setBg">
        <pc:chgData name="Federico Pepe" userId="ebd157c5270be293" providerId="LiveId" clId="{CF3693D5-FEB2-42A7-BFDD-3AB6135DD855}" dt="2026-01-27T14:45:40.218" v="15653" actId="20577"/>
        <pc:sldMkLst>
          <pc:docMk/>
          <pc:sldMk cId="896958066" sldId="263"/>
        </pc:sldMkLst>
        <pc:spChg chg="mod">
          <ac:chgData name="Federico Pepe" userId="ebd157c5270be293" providerId="LiveId" clId="{CF3693D5-FEB2-42A7-BFDD-3AB6135DD855}" dt="2026-01-27T14:45:40.218" v="15653" actId="20577"/>
          <ac:spMkLst>
            <pc:docMk/>
            <pc:sldMk cId="896958066" sldId="263"/>
            <ac:spMk id="3" creationId="{8DD9CA80-5506-F0AF-BE79-46EC92E4B286}"/>
          </ac:spMkLst>
        </pc:spChg>
      </pc:sldChg>
      <pc:sldChg chg="addSp delSp modSp mod">
        <pc:chgData name="Federico Pepe" userId="ebd157c5270be293" providerId="LiveId" clId="{CF3693D5-FEB2-42A7-BFDD-3AB6135DD855}" dt="2026-01-27T14:50:29.092" v="15670" actId="14100"/>
        <pc:sldMkLst>
          <pc:docMk/>
          <pc:sldMk cId="64123014" sldId="266"/>
        </pc:sldMkLst>
        <pc:spChg chg="del mod">
          <ac:chgData name="Federico Pepe" userId="ebd157c5270be293" providerId="LiveId" clId="{CF3693D5-FEB2-42A7-BFDD-3AB6135DD855}" dt="2026-01-27T14:49:53.727" v="15661" actId="478"/>
          <ac:spMkLst>
            <pc:docMk/>
            <pc:sldMk cId="64123014" sldId="266"/>
            <ac:spMk id="2" creationId="{6087BA8D-7D0B-30B1-4431-68BCD5164E7A}"/>
          </ac:spMkLst>
        </pc:spChg>
        <pc:spChg chg="del">
          <ac:chgData name="Federico Pepe" userId="ebd157c5270be293" providerId="LiveId" clId="{CF3693D5-FEB2-42A7-BFDD-3AB6135DD855}" dt="2026-01-27T14:50:11.166" v="15666" actId="478"/>
          <ac:spMkLst>
            <pc:docMk/>
            <pc:sldMk cId="64123014" sldId="266"/>
            <ac:spMk id="3" creationId="{BA2EE660-0DF8-DE27-C20A-5B037E571B1F}"/>
          </ac:spMkLst>
        </pc:spChg>
        <pc:spChg chg="add del mod">
          <ac:chgData name="Federico Pepe" userId="ebd157c5270be293" providerId="LiveId" clId="{CF3693D5-FEB2-42A7-BFDD-3AB6135DD855}" dt="2026-01-27T14:49:56.156" v="15662" actId="478"/>
          <ac:spMkLst>
            <pc:docMk/>
            <pc:sldMk cId="64123014" sldId="266"/>
            <ac:spMk id="9" creationId="{D75541AB-536C-D336-077A-1A46F8BE642D}"/>
          </ac:spMkLst>
        </pc:spChg>
        <pc:spChg chg="add del mod">
          <ac:chgData name="Federico Pepe" userId="ebd157c5270be293" providerId="LiveId" clId="{CF3693D5-FEB2-42A7-BFDD-3AB6135DD855}" dt="2026-01-27T14:50:15.078" v="15667" actId="478"/>
          <ac:spMkLst>
            <pc:docMk/>
            <pc:sldMk cId="64123014" sldId="266"/>
            <ac:spMk id="11" creationId="{81099884-39A7-353C-45A2-31EDA2CC6941}"/>
          </ac:spMkLst>
        </pc:spChg>
        <pc:picChg chg="del mod">
          <ac:chgData name="Federico Pepe" userId="ebd157c5270be293" providerId="LiveId" clId="{CF3693D5-FEB2-42A7-BFDD-3AB6135DD855}" dt="2026-01-27T14:46:53.463" v="15655" actId="478"/>
          <ac:picMkLst>
            <pc:docMk/>
            <pc:sldMk cId="64123014" sldId="266"/>
            <ac:picMk id="6" creationId="{8E34BA0C-86CC-76B3-A6A5-32080212B228}"/>
          </ac:picMkLst>
        </pc:picChg>
        <pc:picChg chg="add mod">
          <ac:chgData name="Federico Pepe" userId="ebd157c5270be293" providerId="LiveId" clId="{CF3693D5-FEB2-42A7-BFDD-3AB6135DD855}" dt="2026-01-27T14:50:29.092" v="15670" actId="14100"/>
          <ac:picMkLst>
            <pc:docMk/>
            <pc:sldMk cId="64123014" sldId="266"/>
            <ac:picMk id="7" creationId="{E1A89E33-6F53-81E3-0160-83A944DFE5FD}"/>
          </ac:picMkLst>
        </pc:picChg>
      </pc:sldChg>
      <pc:sldChg chg="addSp delSp modSp mod">
        <pc:chgData name="Federico Pepe" userId="ebd157c5270be293" providerId="LiveId" clId="{CF3693D5-FEB2-42A7-BFDD-3AB6135DD855}" dt="2026-01-27T15:15:47.476" v="15703" actId="14100"/>
        <pc:sldMkLst>
          <pc:docMk/>
          <pc:sldMk cId="1640969281" sldId="270"/>
        </pc:sldMkLst>
        <pc:spChg chg="mod">
          <ac:chgData name="Federico Pepe" userId="ebd157c5270be293" providerId="LiveId" clId="{CF3693D5-FEB2-42A7-BFDD-3AB6135DD855}" dt="2026-01-27T15:15:44.524" v="15702" actId="1076"/>
          <ac:spMkLst>
            <pc:docMk/>
            <pc:sldMk cId="1640969281" sldId="270"/>
            <ac:spMk id="11" creationId="{5038F824-4C20-45F2-C592-46BAAA2C364C}"/>
          </ac:spMkLst>
        </pc:spChg>
        <pc:picChg chg="del">
          <ac:chgData name="Federico Pepe" userId="ebd157c5270be293" providerId="LiveId" clId="{CF3693D5-FEB2-42A7-BFDD-3AB6135DD855}" dt="2026-01-27T15:06:13.614" v="15671" actId="478"/>
          <ac:picMkLst>
            <pc:docMk/>
            <pc:sldMk cId="1640969281" sldId="270"/>
            <ac:picMk id="6" creationId="{18DF4216-FADA-D6DF-B44E-1B4AF8E682A0}"/>
          </ac:picMkLst>
        </pc:picChg>
        <pc:picChg chg="add del mod">
          <ac:chgData name="Federico Pepe" userId="ebd157c5270be293" providerId="LiveId" clId="{CF3693D5-FEB2-42A7-BFDD-3AB6135DD855}" dt="2026-01-27T15:06:30.225" v="15678" actId="478"/>
          <ac:picMkLst>
            <pc:docMk/>
            <pc:sldMk cId="1640969281" sldId="270"/>
            <ac:picMk id="7" creationId="{C7339764-D814-B2F6-7B73-14018E1B320D}"/>
          </ac:picMkLst>
        </pc:picChg>
        <pc:picChg chg="del mod">
          <ac:chgData name="Federico Pepe" userId="ebd157c5270be293" providerId="LiveId" clId="{CF3693D5-FEB2-42A7-BFDD-3AB6135DD855}" dt="2026-01-27T15:15:21.105" v="15691" actId="478"/>
          <ac:picMkLst>
            <pc:docMk/>
            <pc:sldMk cId="1640969281" sldId="270"/>
            <ac:picMk id="8" creationId="{35617286-BCB8-EFE0-4D85-44CAB78853EE}"/>
          </ac:picMkLst>
        </pc:picChg>
        <pc:picChg chg="add mod">
          <ac:chgData name="Federico Pepe" userId="ebd157c5270be293" providerId="LiveId" clId="{CF3693D5-FEB2-42A7-BFDD-3AB6135DD855}" dt="2026-01-27T15:15:39.926" v="15701" actId="1076"/>
          <ac:picMkLst>
            <pc:docMk/>
            <pc:sldMk cId="1640969281" sldId="270"/>
            <ac:picMk id="10" creationId="{A7B9A88A-E240-0D83-4200-207BF085F810}"/>
          </ac:picMkLst>
        </pc:picChg>
        <pc:picChg chg="add mod">
          <ac:chgData name="Federico Pepe" userId="ebd157c5270be293" providerId="LiveId" clId="{CF3693D5-FEB2-42A7-BFDD-3AB6135DD855}" dt="2026-01-27T15:15:47.476" v="15703" actId="14100"/>
          <ac:picMkLst>
            <pc:docMk/>
            <pc:sldMk cId="1640969281" sldId="270"/>
            <ac:picMk id="13" creationId="{985E3ECA-B876-D9C9-BBEF-2F2D34752A53}"/>
          </ac:picMkLst>
        </pc:picChg>
      </pc:sldChg>
      <pc:sldChg chg="del">
        <pc:chgData name="Federico Pepe" userId="ebd157c5270be293" providerId="LiveId" clId="{CF3693D5-FEB2-42A7-BFDD-3AB6135DD855}" dt="2026-01-27T15:11:02.960" v="15687" actId="47"/>
        <pc:sldMkLst>
          <pc:docMk/>
          <pc:sldMk cId="3223925091" sldId="271"/>
        </pc:sldMkLst>
      </pc:sldChg>
      <pc:sldChg chg="del">
        <pc:chgData name="Federico Pepe" userId="ebd157c5270be293" providerId="LiveId" clId="{CF3693D5-FEB2-42A7-BFDD-3AB6135DD855}" dt="2026-01-27T15:11:05.295" v="15688" actId="47"/>
        <pc:sldMkLst>
          <pc:docMk/>
          <pc:sldMk cId="3943810261" sldId="272"/>
        </pc:sldMkLst>
      </pc:sldChg>
      <pc:sldChg chg="addSp delSp modSp mod">
        <pc:chgData name="Federico Pepe" userId="ebd157c5270be293" providerId="LiveId" clId="{CF3693D5-FEB2-42A7-BFDD-3AB6135DD855}" dt="2026-01-27T15:20:52.627" v="16051" actId="20577"/>
        <pc:sldMkLst>
          <pc:docMk/>
          <pc:sldMk cId="1525879026" sldId="276"/>
        </pc:sldMkLst>
        <pc:spChg chg="mod">
          <ac:chgData name="Federico Pepe" userId="ebd157c5270be293" providerId="LiveId" clId="{CF3693D5-FEB2-42A7-BFDD-3AB6135DD855}" dt="2026-01-27T15:17:40.496" v="15729" actId="14100"/>
          <ac:spMkLst>
            <pc:docMk/>
            <pc:sldMk cId="1525879026" sldId="276"/>
            <ac:spMk id="2" creationId="{D92BE0DD-BFE2-68C5-F2AB-7CDDF5011F71}"/>
          </ac:spMkLst>
        </pc:spChg>
        <pc:spChg chg="mod">
          <ac:chgData name="Federico Pepe" userId="ebd157c5270be293" providerId="LiveId" clId="{CF3693D5-FEB2-42A7-BFDD-3AB6135DD855}" dt="2026-01-27T15:20:52.627" v="16051" actId="20577"/>
          <ac:spMkLst>
            <pc:docMk/>
            <pc:sldMk cId="1525879026" sldId="276"/>
            <ac:spMk id="3" creationId="{210057EC-2C18-CBC1-6DF5-DE6D63474535}"/>
          </ac:spMkLst>
        </pc:spChg>
        <pc:spChg chg="del mod">
          <ac:chgData name="Federico Pepe" userId="ebd157c5270be293" providerId="LiveId" clId="{CF3693D5-FEB2-42A7-BFDD-3AB6135DD855}" dt="2026-01-27T15:17:15.552" v="15709" actId="478"/>
          <ac:spMkLst>
            <pc:docMk/>
            <pc:sldMk cId="1525879026" sldId="276"/>
            <ac:spMk id="8" creationId="{D55E874C-7E82-FD78-9806-DCF13FEE32E2}"/>
          </ac:spMkLst>
        </pc:spChg>
        <pc:spChg chg="del">
          <ac:chgData name="Federico Pepe" userId="ebd157c5270be293" providerId="LiveId" clId="{CF3693D5-FEB2-42A7-BFDD-3AB6135DD855}" dt="2026-01-27T15:17:09.797" v="15707" actId="478"/>
          <ac:spMkLst>
            <pc:docMk/>
            <pc:sldMk cId="1525879026" sldId="276"/>
            <ac:spMk id="9" creationId="{8562C5A0-8204-4536-917A-D7E0D6F7DBE8}"/>
          </ac:spMkLst>
        </pc:spChg>
        <pc:spChg chg="add del mod">
          <ac:chgData name="Federico Pepe" userId="ebd157c5270be293" providerId="LiveId" clId="{CF3693D5-FEB2-42A7-BFDD-3AB6135DD855}" dt="2026-01-27T15:17:06.802" v="15705" actId="478"/>
          <ac:spMkLst>
            <pc:docMk/>
            <pc:sldMk cId="1525879026" sldId="276"/>
            <ac:spMk id="10" creationId="{E6FBDBA3-7D1C-A6BF-0133-C9A8FBFEA7DB}"/>
          </ac:spMkLst>
        </pc:spChg>
        <pc:graphicFrameChg chg="del">
          <ac:chgData name="Federico Pepe" userId="ebd157c5270be293" providerId="LiveId" clId="{CF3693D5-FEB2-42A7-BFDD-3AB6135DD855}" dt="2026-01-27T15:17:04.074" v="15704" actId="478"/>
          <ac:graphicFrameMkLst>
            <pc:docMk/>
            <pc:sldMk cId="1525879026" sldId="276"/>
            <ac:graphicFrameMk id="5" creationId="{58A21BB7-519F-B9C5-696B-3C5FC312D75D}"/>
          </ac:graphicFrameMkLst>
        </pc:graphicFrameChg>
        <pc:graphicFrameChg chg="del">
          <ac:chgData name="Federico Pepe" userId="ebd157c5270be293" providerId="LiveId" clId="{CF3693D5-FEB2-42A7-BFDD-3AB6135DD855}" dt="2026-01-27T15:17:07.894" v="15706" actId="478"/>
          <ac:graphicFrameMkLst>
            <pc:docMk/>
            <pc:sldMk cId="1525879026" sldId="276"/>
            <ac:graphicFrameMk id="6" creationId="{D1BE5C76-67DF-9D3B-A9C3-2FC7B83B92F9}"/>
          </ac:graphicFrameMkLst>
        </pc:graphicFrameChg>
        <pc:cxnChg chg="del">
          <ac:chgData name="Federico Pepe" userId="ebd157c5270be293" providerId="LiveId" clId="{CF3693D5-FEB2-42A7-BFDD-3AB6135DD855}" dt="2026-01-27T15:17:17.205" v="15710" actId="478"/>
          <ac:cxnSpMkLst>
            <pc:docMk/>
            <pc:sldMk cId="1525879026" sldId="276"/>
            <ac:cxnSpMk id="11" creationId="{F1C0DBD7-BDA0-88C0-D86F-DADAE622C132}"/>
          </ac:cxnSpMkLst>
        </pc:cxnChg>
      </pc:sldChg>
      <pc:sldChg chg="del">
        <pc:chgData name="Federico Pepe" userId="ebd157c5270be293" providerId="LiveId" clId="{CF3693D5-FEB2-42A7-BFDD-3AB6135DD855}" dt="2026-01-27T15:20:59.646" v="16052" actId="47"/>
        <pc:sldMkLst>
          <pc:docMk/>
          <pc:sldMk cId="1086491229" sldId="277"/>
        </pc:sldMkLst>
      </pc:sldChg>
      <pc:sldChg chg="delSp modSp mod">
        <pc:chgData name="Federico Pepe" userId="ebd157c5270be293" providerId="LiveId" clId="{CF3693D5-FEB2-42A7-BFDD-3AB6135DD855}" dt="2026-01-27T15:25:35.758" v="16205" actId="20577"/>
        <pc:sldMkLst>
          <pc:docMk/>
          <pc:sldMk cId="3791273160" sldId="278"/>
        </pc:sldMkLst>
        <pc:spChg chg="mod">
          <ac:chgData name="Federico Pepe" userId="ebd157c5270be293" providerId="LiveId" clId="{CF3693D5-FEB2-42A7-BFDD-3AB6135DD855}" dt="2026-01-27T15:25:35.758" v="16205" actId="20577"/>
          <ac:spMkLst>
            <pc:docMk/>
            <pc:sldMk cId="3791273160" sldId="278"/>
            <ac:spMk id="3" creationId="{ABD7016C-18F5-8DFA-CA6E-70DE4A813268}"/>
          </ac:spMkLst>
        </pc:spChg>
        <pc:spChg chg="del">
          <ac:chgData name="Federico Pepe" userId="ebd157c5270be293" providerId="LiveId" clId="{CF3693D5-FEB2-42A7-BFDD-3AB6135DD855}" dt="2026-01-27T15:24:07.566" v="16141" actId="21"/>
          <ac:spMkLst>
            <pc:docMk/>
            <pc:sldMk cId="3791273160" sldId="278"/>
            <ac:spMk id="5" creationId="{0F26A83A-BBAE-D721-0078-9B4413DD9AC3}"/>
          </ac:spMkLst>
        </pc:spChg>
      </pc:sldChg>
      <pc:sldChg chg="addSp delSp modSp mod">
        <pc:chgData name="Federico Pepe" userId="ebd157c5270be293" providerId="LiveId" clId="{CF3693D5-FEB2-42A7-BFDD-3AB6135DD855}" dt="2026-01-27T15:44:04.461" v="16263" actId="1076"/>
        <pc:sldMkLst>
          <pc:docMk/>
          <pc:sldMk cId="753453002" sldId="279"/>
        </pc:sldMkLst>
        <pc:spChg chg="mod">
          <ac:chgData name="Federico Pepe" userId="ebd157c5270be293" providerId="LiveId" clId="{CF3693D5-FEB2-42A7-BFDD-3AB6135DD855}" dt="2026-01-27T15:27:29.798" v="16225" actId="1076"/>
          <ac:spMkLst>
            <pc:docMk/>
            <pc:sldMk cId="753453002" sldId="279"/>
            <ac:spMk id="2" creationId="{57D6D03A-449E-2789-C19D-1ED7DACAA03F}"/>
          </ac:spMkLst>
        </pc:spChg>
        <pc:spChg chg="mod">
          <ac:chgData name="Federico Pepe" userId="ebd157c5270be293" providerId="LiveId" clId="{CF3693D5-FEB2-42A7-BFDD-3AB6135DD855}" dt="2026-01-27T15:27:41.637" v="16226" actId="1076"/>
          <ac:spMkLst>
            <pc:docMk/>
            <pc:sldMk cId="753453002" sldId="279"/>
            <ac:spMk id="12" creationId="{5B0DADBF-B8D7-8BFD-09E7-FECBFC4BAA16}"/>
          </ac:spMkLst>
        </pc:spChg>
        <pc:grpChg chg="add mod">
          <ac:chgData name="Federico Pepe" userId="ebd157c5270be293" providerId="LiveId" clId="{CF3693D5-FEB2-42A7-BFDD-3AB6135DD855}" dt="2026-01-27T15:43:33.756" v="16254" actId="1076"/>
          <ac:grpSpMkLst>
            <pc:docMk/>
            <pc:sldMk cId="753453002" sldId="279"/>
            <ac:grpSpMk id="10" creationId="{1E9A71EC-0D76-2C1D-6497-8C40A302D8B7}"/>
          </ac:grpSpMkLst>
        </pc:grpChg>
        <pc:picChg chg="del mod">
          <ac:chgData name="Federico Pepe" userId="ebd157c5270be293" providerId="LiveId" clId="{CF3693D5-FEB2-42A7-BFDD-3AB6135DD855}" dt="2026-01-27T15:27:44.641" v="16227" actId="478"/>
          <ac:picMkLst>
            <pc:docMk/>
            <pc:sldMk cId="753453002" sldId="279"/>
            <ac:picMk id="5" creationId="{88E32C7E-D67F-23B6-082B-58ECF244CC9E}"/>
          </ac:picMkLst>
        </pc:picChg>
        <pc:picChg chg="add mod">
          <ac:chgData name="Federico Pepe" userId="ebd157c5270be293" providerId="LiveId" clId="{CF3693D5-FEB2-42A7-BFDD-3AB6135DD855}" dt="2026-01-27T15:43:22.135" v="16250" actId="164"/>
          <ac:picMkLst>
            <pc:docMk/>
            <pc:sldMk cId="753453002" sldId="279"/>
            <ac:picMk id="6" creationId="{CD64CDF6-BB0E-3E3D-2FFB-F3A68A931160}"/>
          </ac:picMkLst>
        </pc:picChg>
        <pc:picChg chg="add mod">
          <ac:chgData name="Federico Pepe" userId="ebd157c5270be293" providerId="LiveId" clId="{CF3693D5-FEB2-42A7-BFDD-3AB6135DD855}" dt="2026-01-27T15:43:22.135" v="16250" actId="164"/>
          <ac:picMkLst>
            <pc:docMk/>
            <pc:sldMk cId="753453002" sldId="279"/>
            <ac:picMk id="8" creationId="{5C1E8F68-21F2-9F61-E3F4-DD6F0A18CB2A}"/>
          </ac:picMkLst>
        </pc:picChg>
        <pc:picChg chg="del">
          <ac:chgData name="Federico Pepe" userId="ebd157c5270be293" providerId="LiveId" clId="{CF3693D5-FEB2-42A7-BFDD-3AB6135DD855}" dt="2026-01-27T15:27:45.249" v="16228" actId="478"/>
          <ac:picMkLst>
            <pc:docMk/>
            <pc:sldMk cId="753453002" sldId="279"/>
            <ac:picMk id="9" creationId="{9BC03BF8-21E9-0A1D-D2A3-5D9CFBBF859C}"/>
          </ac:picMkLst>
        </pc:picChg>
        <pc:picChg chg="add mod">
          <ac:chgData name="Federico Pepe" userId="ebd157c5270be293" providerId="LiveId" clId="{CF3693D5-FEB2-42A7-BFDD-3AB6135DD855}" dt="2026-01-27T15:44:04.461" v="16263" actId="1076"/>
          <ac:picMkLst>
            <pc:docMk/>
            <pc:sldMk cId="753453002" sldId="279"/>
            <ac:picMk id="13" creationId="{8696E685-F5DF-72D3-54DE-9B7B7C6E2E16}"/>
          </ac:picMkLst>
        </pc:picChg>
        <pc:picChg chg="del">
          <ac:chgData name="Federico Pepe" userId="ebd157c5270be293" providerId="LiveId" clId="{CF3693D5-FEB2-42A7-BFDD-3AB6135DD855}" dt="2026-01-27T15:27:45.673" v="16229" actId="478"/>
          <ac:picMkLst>
            <pc:docMk/>
            <pc:sldMk cId="753453002" sldId="279"/>
            <ac:picMk id="14" creationId="{59ACA242-81CD-227C-D60F-1DAF8C15F600}"/>
          </ac:picMkLst>
        </pc:picChg>
      </pc:sldChg>
      <pc:sldChg chg="del">
        <pc:chgData name="Federico Pepe" userId="ebd157c5270be293" providerId="LiveId" clId="{CF3693D5-FEB2-42A7-BFDD-3AB6135DD855}" dt="2026-01-27T15:44:24.362" v="16264" actId="47"/>
        <pc:sldMkLst>
          <pc:docMk/>
          <pc:sldMk cId="521665693" sldId="280"/>
        </pc:sldMkLst>
      </pc:sldChg>
      <pc:sldChg chg="del">
        <pc:chgData name="Federico Pepe" userId="ebd157c5270be293" providerId="LiveId" clId="{CF3693D5-FEB2-42A7-BFDD-3AB6135DD855}" dt="2026-01-27T15:44:26.778" v="16265" actId="47"/>
        <pc:sldMkLst>
          <pc:docMk/>
          <pc:sldMk cId="1888296126" sldId="281"/>
        </pc:sldMkLst>
      </pc:sldChg>
      <pc:sldChg chg="del">
        <pc:chgData name="Federico Pepe" userId="ebd157c5270be293" providerId="LiveId" clId="{CF3693D5-FEB2-42A7-BFDD-3AB6135DD855}" dt="2026-01-27T15:44:28.027" v="16266" actId="47"/>
        <pc:sldMkLst>
          <pc:docMk/>
          <pc:sldMk cId="1918020451" sldId="282"/>
        </pc:sldMkLst>
      </pc:sldChg>
      <pc:sldChg chg="modSp mod">
        <pc:chgData name="Federico Pepe" userId="ebd157c5270be293" providerId="LiveId" clId="{CF3693D5-FEB2-42A7-BFDD-3AB6135DD855}" dt="2026-01-27T15:56:31.748" v="16517" actId="20577"/>
        <pc:sldMkLst>
          <pc:docMk/>
          <pc:sldMk cId="915213868" sldId="286"/>
        </pc:sldMkLst>
        <pc:spChg chg="mod">
          <ac:chgData name="Federico Pepe" userId="ebd157c5270be293" providerId="LiveId" clId="{CF3693D5-FEB2-42A7-BFDD-3AB6135DD855}" dt="2026-01-27T15:56:31.748" v="16517" actId="20577"/>
          <ac:spMkLst>
            <pc:docMk/>
            <pc:sldMk cId="915213868" sldId="286"/>
            <ac:spMk id="3" creationId="{446AD4C2-3257-88C9-35C1-18999E2DABFC}"/>
          </ac:spMkLst>
        </pc:spChg>
      </pc:sldChg>
      <pc:sldChg chg="modSp mod">
        <pc:chgData name="Federico Pepe" userId="ebd157c5270be293" providerId="LiveId" clId="{CF3693D5-FEB2-42A7-BFDD-3AB6135DD855}" dt="2026-01-27T16:13:47.638" v="16974" actId="1076"/>
        <pc:sldMkLst>
          <pc:docMk/>
          <pc:sldMk cId="562794605" sldId="287"/>
        </pc:sldMkLst>
        <pc:spChg chg="mod">
          <ac:chgData name="Federico Pepe" userId="ebd157c5270be293" providerId="LiveId" clId="{CF3693D5-FEB2-42A7-BFDD-3AB6135DD855}" dt="2026-01-27T16:11:54.319" v="16946" actId="6549"/>
          <ac:spMkLst>
            <pc:docMk/>
            <pc:sldMk cId="562794605" sldId="287"/>
            <ac:spMk id="8" creationId="{16D1C3DF-50C2-3E19-ABE1-08F7335B76D2}"/>
          </ac:spMkLst>
        </pc:spChg>
        <pc:spChg chg="mod">
          <ac:chgData name="Federico Pepe" userId="ebd157c5270be293" providerId="LiveId" clId="{CF3693D5-FEB2-42A7-BFDD-3AB6135DD855}" dt="2026-01-27T16:11:33.504" v="16941" actId="20577"/>
          <ac:spMkLst>
            <pc:docMk/>
            <pc:sldMk cId="562794605" sldId="287"/>
            <ac:spMk id="10" creationId="{5ADB95BB-E698-B248-4023-35E5B355B05B}"/>
          </ac:spMkLst>
        </pc:spChg>
        <pc:spChg chg="mod">
          <ac:chgData name="Federico Pepe" userId="ebd157c5270be293" providerId="LiveId" clId="{CF3693D5-FEB2-42A7-BFDD-3AB6135DD855}" dt="2026-01-27T16:13:30.478" v="16972" actId="14100"/>
          <ac:spMkLst>
            <pc:docMk/>
            <pc:sldMk cId="562794605" sldId="287"/>
            <ac:spMk id="11" creationId="{0BC5CD2E-516D-8F43-2C3A-8F2E6562445D}"/>
          </ac:spMkLst>
        </pc:spChg>
        <pc:spChg chg="mod">
          <ac:chgData name="Federico Pepe" userId="ebd157c5270be293" providerId="LiveId" clId="{CF3693D5-FEB2-42A7-BFDD-3AB6135DD855}" dt="2026-01-27T16:12:00.831" v="16947" actId="6549"/>
          <ac:spMkLst>
            <pc:docMk/>
            <pc:sldMk cId="562794605" sldId="287"/>
            <ac:spMk id="15" creationId="{0E68F3AE-FD25-705E-5B54-0D906D8CAE8F}"/>
          </ac:spMkLst>
        </pc:spChg>
        <pc:picChg chg="mod">
          <ac:chgData name="Federico Pepe" userId="ebd157c5270be293" providerId="LiveId" clId="{CF3693D5-FEB2-42A7-BFDD-3AB6135DD855}" dt="2026-01-27T16:13:47.638" v="16974" actId="1076"/>
          <ac:picMkLst>
            <pc:docMk/>
            <pc:sldMk cId="562794605" sldId="287"/>
            <ac:picMk id="13" creationId="{D073056C-169F-1434-CE78-3C0CED3D37DF}"/>
          </ac:picMkLst>
        </pc:picChg>
        <pc:picChg chg="mod">
          <ac:chgData name="Federico Pepe" userId="ebd157c5270be293" providerId="LiveId" clId="{CF3693D5-FEB2-42A7-BFDD-3AB6135DD855}" dt="2026-01-27T16:13:37.476" v="16973" actId="1076"/>
          <ac:picMkLst>
            <pc:docMk/>
            <pc:sldMk cId="562794605" sldId="287"/>
            <ac:picMk id="14" creationId="{88EE2B85-0BD5-8DAC-E7B7-BBA48AE80A45}"/>
          </ac:picMkLst>
        </pc:picChg>
      </pc:sldChg>
      <pc:sldChg chg="delSp modSp mod">
        <pc:chgData name="Federico Pepe" userId="ebd157c5270be293" providerId="LiveId" clId="{CF3693D5-FEB2-42A7-BFDD-3AB6135DD855}" dt="2026-01-27T16:37:40.621" v="17234" actId="20577"/>
        <pc:sldMkLst>
          <pc:docMk/>
          <pc:sldMk cId="2452667834" sldId="288"/>
        </pc:sldMkLst>
        <pc:spChg chg="mod">
          <ac:chgData name="Federico Pepe" userId="ebd157c5270be293" providerId="LiveId" clId="{CF3693D5-FEB2-42A7-BFDD-3AB6135DD855}" dt="2026-01-27T16:37:40.621" v="17234" actId="20577"/>
          <ac:spMkLst>
            <pc:docMk/>
            <pc:sldMk cId="2452667834" sldId="288"/>
            <ac:spMk id="3" creationId="{9FAE11A8-AE4A-1D4F-FB3B-E105CB37937F}"/>
          </ac:spMkLst>
        </pc:spChg>
        <pc:picChg chg="del">
          <ac:chgData name="Federico Pepe" userId="ebd157c5270be293" providerId="LiveId" clId="{CF3693D5-FEB2-42A7-BFDD-3AB6135DD855}" dt="2026-01-27T16:31:17.132" v="16985" actId="478"/>
          <ac:picMkLst>
            <pc:docMk/>
            <pc:sldMk cId="2452667834" sldId="288"/>
            <ac:picMk id="6" creationId="{D0EA1B0C-1E28-A33A-34FC-ED2438C6E1CF}"/>
          </ac:picMkLst>
        </pc:picChg>
      </pc:sldChg>
      <pc:sldChg chg="addSp delSp modSp mod">
        <pc:chgData name="Federico Pepe" userId="ebd157c5270be293" providerId="LiveId" clId="{CF3693D5-FEB2-42A7-BFDD-3AB6135DD855}" dt="2026-01-27T16:38:45.910" v="17244" actId="14100"/>
        <pc:sldMkLst>
          <pc:docMk/>
          <pc:sldMk cId="815985059" sldId="289"/>
        </pc:sldMkLst>
        <pc:spChg chg="del">
          <ac:chgData name="Federico Pepe" userId="ebd157c5270be293" providerId="LiveId" clId="{CF3693D5-FEB2-42A7-BFDD-3AB6135DD855}" dt="2026-01-27T16:38:04.038" v="17236" actId="478"/>
          <ac:spMkLst>
            <pc:docMk/>
            <pc:sldMk cId="815985059" sldId="289"/>
            <ac:spMk id="2" creationId="{34B8BF44-B0B1-15BA-A446-C05EAF84E935}"/>
          </ac:spMkLst>
        </pc:spChg>
        <pc:spChg chg="del">
          <ac:chgData name="Federico Pepe" userId="ebd157c5270be293" providerId="LiveId" clId="{CF3693D5-FEB2-42A7-BFDD-3AB6135DD855}" dt="2026-01-27T16:38:02.347" v="17235" actId="478"/>
          <ac:spMkLst>
            <pc:docMk/>
            <pc:sldMk cId="815985059" sldId="289"/>
            <ac:spMk id="3" creationId="{FF1564A2-A255-1AF0-CCD9-0D2DEAD1051E}"/>
          </ac:spMkLst>
        </pc:spChg>
        <pc:spChg chg="add del mod">
          <ac:chgData name="Federico Pepe" userId="ebd157c5270be293" providerId="LiveId" clId="{CF3693D5-FEB2-42A7-BFDD-3AB6135DD855}" dt="2026-01-27T16:38:05.971" v="17237" actId="478"/>
          <ac:spMkLst>
            <pc:docMk/>
            <pc:sldMk cId="815985059" sldId="289"/>
            <ac:spMk id="6" creationId="{15D6A9E8-79BD-3AF2-84BD-B821D8D548EF}"/>
          </ac:spMkLst>
        </pc:spChg>
        <pc:spChg chg="add del mod">
          <ac:chgData name="Federico Pepe" userId="ebd157c5270be293" providerId="LiveId" clId="{CF3693D5-FEB2-42A7-BFDD-3AB6135DD855}" dt="2026-01-27T16:38:07.945" v="17238" actId="478"/>
          <ac:spMkLst>
            <pc:docMk/>
            <pc:sldMk cId="815985059" sldId="289"/>
            <ac:spMk id="9" creationId="{BBF2310A-FBC7-C14E-191A-1CD33B0470B1}"/>
          </ac:spMkLst>
        </pc:spChg>
        <pc:picChg chg="del">
          <ac:chgData name="Federico Pepe" userId="ebd157c5270be293" providerId="LiveId" clId="{CF3693D5-FEB2-42A7-BFDD-3AB6135DD855}" dt="2026-01-27T16:38:08.808" v="17239" actId="478"/>
          <ac:picMkLst>
            <pc:docMk/>
            <pc:sldMk cId="815985059" sldId="289"/>
            <ac:picMk id="7" creationId="{316167E2-F484-E9FA-62DA-127FF0B4B915}"/>
          </ac:picMkLst>
        </pc:picChg>
        <pc:picChg chg="add mod">
          <ac:chgData name="Federico Pepe" userId="ebd157c5270be293" providerId="LiveId" clId="{CF3693D5-FEB2-42A7-BFDD-3AB6135DD855}" dt="2026-01-27T16:38:45.910" v="17244" actId="14100"/>
          <ac:picMkLst>
            <pc:docMk/>
            <pc:sldMk cId="815985059" sldId="289"/>
            <ac:picMk id="11" creationId="{A680634C-C3BE-3BDC-98ED-BEFE2626FF51}"/>
          </ac:picMkLst>
        </pc:picChg>
      </pc:sldChg>
      <pc:sldChg chg="delSp modSp mod">
        <pc:chgData name="Federico Pepe" userId="ebd157c5270be293" providerId="LiveId" clId="{CF3693D5-FEB2-42A7-BFDD-3AB6135DD855}" dt="2026-01-27T16:41:43.039" v="17428" actId="27636"/>
        <pc:sldMkLst>
          <pc:docMk/>
          <pc:sldMk cId="2445164963" sldId="290"/>
        </pc:sldMkLst>
        <pc:spChg chg="mod">
          <ac:chgData name="Federico Pepe" userId="ebd157c5270be293" providerId="LiveId" clId="{CF3693D5-FEB2-42A7-BFDD-3AB6135DD855}" dt="2026-01-27T16:41:43.039" v="17428" actId="27636"/>
          <ac:spMkLst>
            <pc:docMk/>
            <pc:sldMk cId="2445164963" sldId="290"/>
            <ac:spMk id="3" creationId="{F0821016-224D-F69E-03F7-73252697AB16}"/>
          </ac:spMkLst>
        </pc:spChg>
        <pc:picChg chg="del">
          <ac:chgData name="Federico Pepe" userId="ebd157c5270be293" providerId="LiveId" clId="{CF3693D5-FEB2-42A7-BFDD-3AB6135DD855}" dt="2026-01-27T16:39:06.857" v="17245" actId="478"/>
          <ac:picMkLst>
            <pc:docMk/>
            <pc:sldMk cId="2445164963" sldId="290"/>
            <ac:picMk id="6" creationId="{83C9009C-BEB8-4D5D-1963-9A696D5FC123}"/>
          </ac:picMkLst>
        </pc:picChg>
      </pc:sldChg>
      <pc:sldChg chg="modSp mod">
        <pc:chgData name="Federico Pepe" userId="ebd157c5270be293" providerId="LiveId" clId="{CF3693D5-FEB2-42A7-BFDD-3AB6135DD855}" dt="2026-01-27T16:43:44.287" v="17549" actId="20577"/>
        <pc:sldMkLst>
          <pc:docMk/>
          <pc:sldMk cId="3057275089" sldId="291"/>
        </pc:sldMkLst>
        <pc:spChg chg="mod">
          <ac:chgData name="Federico Pepe" userId="ebd157c5270be293" providerId="LiveId" clId="{CF3693D5-FEB2-42A7-BFDD-3AB6135DD855}" dt="2026-01-27T16:43:44.287" v="17549" actId="20577"/>
          <ac:spMkLst>
            <pc:docMk/>
            <pc:sldMk cId="3057275089" sldId="291"/>
            <ac:spMk id="3" creationId="{14CB7CE1-0E40-EC18-0DE7-A6B448E83EE3}"/>
          </ac:spMkLst>
        </pc:spChg>
      </pc:sldChg>
      <pc:sldChg chg="del">
        <pc:chgData name="Federico Pepe" userId="ebd157c5270be293" providerId="LiveId" clId="{CF3693D5-FEB2-42A7-BFDD-3AB6135DD855}" dt="2026-01-27T16:44:01.301" v="17551" actId="47"/>
        <pc:sldMkLst>
          <pc:docMk/>
          <pc:sldMk cId="3032806739" sldId="293"/>
        </pc:sldMkLst>
      </pc:sldChg>
      <pc:sldChg chg="del">
        <pc:chgData name="Federico Pepe" userId="ebd157c5270be293" providerId="LiveId" clId="{CF3693D5-FEB2-42A7-BFDD-3AB6135DD855}" dt="2026-01-27T16:43:58.424" v="17550" actId="47"/>
        <pc:sldMkLst>
          <pc:docMk/>
          <pc:sldMk cId="2551179950" sldId="294"/>
        </pc:sldMkLst>
      </pc:sldChg>
      <pc:sldChg chg="del">
        <pc:chgData name="Federico Pepe" userId="ebd157c5270be293" providerId="LiveId" clId="{CF3693D5-FEB2-42A7-BFDD-3AB6135DD855}" dt="2026-01-27T16:47:24.141" v="17617" actId="47"/>
        <pc:sldMkLst>
          <pc:docMk/>
          <pc:sldMk cId="1457800567" sldId="295"/>
        </pc:sldMkLst>
      </pc:sldChg>
      <pc:sldChg chg="del">
        <pc:chgData name="Federico Pepe" userId="ebd157c5270be293" providerId="LiveId" clId="{CF3693D5-FEB2-42A7-BFDD-3AB6135DD855}" dt="2026-01-27T16:45:07.758" v="17577" actId="47"/>
        <pc:sldMkLst>
          <pc:docMk/>
          <pc:sldMk cId="2745283770" sldId="296"/>
        </pc:sldMkLst>
      </pc:sldChg>
      <pc:sldChg chg="del">
        <pc:chgData name="Federico Pepe" userId="ebd157c5270be293" providerId="LiveId" clId="{CF3693D5-FEB2-42A7-BFDD-3AB6135DD855}" dt="2026-01-27T16:47:24.141" v="17617" actId="47"/>
        <pc:sldMkLst>
          <pc:docMk/>
          <pc:sldMk cId="958901133" sldId="297"/>
        </pc:sldMkLst>
      </pc:sldChg>
      <pc:sldChg chg="del">
        <pc:chgData name="Federico Pepe" userId="ebd157c5270be293" providerId="LiveId" clId="{CF3693D5-FEB2-42A7-BFDD-3AB6135DD855}" dt="2026-01-27T16:47:24.141" v="17617" actId="47"/>
        <pc:sldMkLst>
          <pc:docMk/>
          <pc:sldMk cId="3339180296" sldId="298"/>
        </pc:sldMkLst>
      </pc:sldChg>
      <pc:sldChg chg="del">
        <pc:chgData name="Federico Pepe" userId="ebd157c5270be293" providerId="LiveId" clId="{CF3693D5-FEB2-42A7-BFDD-3AB6135DD855}" dt="2026-01-27T17:24:26.248" v="18158" actId="47"/>
        <pc:sldMkLst>
          <pc:docMk/>
          <pc:sldMk cId="2842165399" sldId="305"/>
        </pc:sldMkLst>
      </pc:sldChg>
      <pc:sldChg chg="del">
        <pc:chgData name="Federico Pepe" userId="ebd157c5270be293" providerId="LiveId" clId="{CF3693D5-FEB2-42A7-BFDD-3AB6135DD855}" dt="2026-01-27T17:24:07.089" v="18149" actId="47"/>
        <pc:sldMkLst>
          <pc:docMk/>
          <pc:sldMk cId="1169432104" sldId="306"/>
        </pc:sldMkLst>
      </pc:sldChg>
      <pc:sldChg chg="del">
        <pc:chgData name="Federico Pepe" userId="ebd157c5270be293" providerId="LiveId" clId="{CF3693D5-FEB2-42A7-BFDD-3AB6135DD855}" dt="2026-01-27T17:24:08.284" v="18150" actId="47"/>
        <pc:sldMkLst>
          <pc:docMk/>
          <pc:sldMk cId="3051779380" sldId="307"/>
        </pc:sldMkLst>
      </pc:sldChg>
      <pc:sldChg chg="del">
        <pc:chgData name="Federico Pepe" userId="ebd157c5270be293" providerId="LiveId" clId="{CF3693D5-FEB2-42A7-BFDD-3AB6135DD855}" dt="2026-01-27T17:24:09.752" v="18151" actId="47"/>
        <pc:sldMkLst>
          <pc:docMk/>
          <pc:sldMk cId="3806109695" sldId="308"/>
        </pc:sldMkLst>
      </pc:sldChg>
      <pc:sldChg chg="del">
        <pc:chgData name="Federico Pepe" userId="ebd157c5270be293" providerId="LiveId" clId="{CF3693D5-FEB2-42A7-BFDD-3AB6135DD855}" dt="2026-01-27T17:24:10.899" v="18152" actId="47"/>
        <pc:sldMkLst>
          <pc:docMk/>
          <pc:sldMk cId="3643271005" sldId="309"/>
        </pc:sldMkLst>
      </pc:sldChg>
      <pc:sldChg chg="del">
        <pc:chgData name="Federico Pepe" userId="ebd157c5270be293" providerId="LiveId" clId="{CF3693D5-FEB2-42A7-BFDD-3AB6135DD855}" dt="2026-01-27T17:24:12.009" v="18153" actId="47"/>
        <pc:sldMkLst>
          <pc:docMk/>
          <pc:sldMk cId="89811443" sldId="310"/>
        </pc:sldMkLst>
      </pc:sldChg>
      <pc:sldChg chg="modSp mod">
        <pc:chgData name="Federico Pepe" userId="ebd157c5270be293" providerId="LiveId" clId="{CF3693D5-FEB2-42A7-BFDD-3AB6135DD855}" dt="2026-01-27T17:28:21.891" v="18192" actId="1076"/>
        <pc:sldMkLst>
          <pc:docMk/>
          <pc:sldMk cId="937936381" sldId="314"/>
        </pc:sldMkLst>
        <pc:spChg chg="mod">
          <ac:chgData name="Federico Pepe" userId="ebd157c5270be293" providerId="LiveId" clId="{CF3693D5-FEB2-42A7-BFDD-3AB6135DD855}" dt="2026-01-27T17:27:44.752" v="18189" actId="14100"/>
          <ac:spMkLst>
            <pc:docMk/>
            <pc:sldMk cId="937936381" sldId="314"/>
            <ac:spMk id="11" creationId="{D74C2DDB-08C2-4B04-A2BA-2EABE14B567F}"/>
          </ac:spMkLst>
        </pc:spChg>
        <pc:spChg chg="mod">
          <ac:chgData name="Federico Pepe" userId="ebd157c5270be293" providerId="LiveId" clId="{CF3693D5-FEB2-42A7-BFDD-3AB6135DD855}" dt="2026-01-27T17:27:53.592" v="18191" actId="1076"/>
          <ac:spMkLst>
            <pc:docMk/>
            <pc:sldMk cId="937936381" sldId="314"/>
            <ac:spMk id="18" creationId="{0478C2A6-941D-956D-F389-61FFF7D2ACF2}"/>
          </ac:spMkLst>
        </pc:spChg>
        <pc:spChg chg="mod">
          <ac:chgData name="Federico Pepe" userId="ebd157c5270be293" providerId="LiveId" clId="{CF3693D5-FEB2-42A7-BFDD-3AB6135DD855}" dt="2026-01-27T17:26:35.794" v="18173" actId="20577"/>
          <ac:spMkLst>
            <pc:docMk/>
            <pc:sldMk cId="937936381" sldId="314"/>
            <ac:spMk id="19" creationId="{86B0517D-CD8A-0672-95EB-B23AB1B5FBDE}"/>
          </ac:spMkLst>
        </pc:spChg>
        <pc:spChg chg="mod">
          <ac:chgData name="Federico Pepe" userId="ebd157c5270be293" providerId="LiveId" clId="{CF3693D5-FEB2-42A7-BFDD-3AB6135DD855}" dt="2026-01-27T17:27:27.607" v="18184" actId="20577"/>
          <ac:spMkLst>
            <pc:docMk/>
            <pc:sldMk cId="937936381" sldId="314"/>
            <ac:spMk id="20" creationId="{AC8E87B5-89D9-B21B-5C39-C2C6B7E60327}"/>
          </ac:spMkLst>
        </pc:spChg>
        <pc:picChg chg="mod">
          <ac:chgData name="Federico Pepe" userId="ebd157c5270be293" providerId="LiveId" clId="{CF3693D5-FEB2-42A7-BFDD-3AB6135DD855}" dt="2026-01-27T17:28:21.891" v="18192" actId="1076"/>
          <ac:picMkLst>
            <pc:docMk/>
            <pc:sldMk cId="937936381" sldId="314"/>
            <ac:picMk id="8" creationId="{01D85E32-4AAB-3964-836C-8B26FF8F4449}"/>
          </ac:picMkLst>
        </pc:picChg>
      </pc:sldChg>
      <pc:sldChg chg="addSp delSp modSp mod">
        <pc:chgData name="Federico Pepe" userId="ebd157c5270be293" providerId="LiveId" clId="{CF3693D5-FEB2-42A7-BFDD-3AB6135DD855}" dt="2026-01-27T17:28:36.705" v="18193" actId="1076"/>
        <pc:sldMkLst>
          <pc:docMk/>
          <pc:sldMk cId="1130275005" sldId="316"/>
        </pc:sldMkLst>
        <pc:graphicFrameChg chg="del">
          <ac:chgData name="Federico Pepe" userId="ebd157c5270be293" providerId="LiveId" clId="{CF3693D5-FEB2-42A7-BFDD-3AB6135DD855}" dt="2026-01-27T17:25:33.291" v="18159" actId="478"/>
          <ac:graphicFrameMkLst>
            <pc:docMk/>
            <pc:sldMk cId="1130275005" sldId="316"/>
            <ac:graphicFrameMk id="5" creationId="{E8E596DE-0B62-D23C-01BA-5F1139372CB0}"/>
          </ac:graphicFrameMkLst>
        </pc:graphicFrameChg>
        <pc:picChg chg="add mod">
          <ac:chgData name="Federico Pepe" userId="ebd157c5270be293" providerId="LiveId" clId="{CF3693D5-FEB2-42A7-BFDD-3AB6135DD855}" dt="2026-01-27T17:28:36.705" v="18193" actId="1076"/>
          <ac:picMkLst>
            <pc:docMk/>
            <pc:sldMk cId="1130275005" sldId="316"/>
            <ac:picMk id="7" creationId="{11C3EE75-89A9-EA35-B3AF-B2B927388FD5}"/>
          </ac:picMkLst>
        </pc:picChg>
      </pc:sldChg>
      <pc:sldChg chg="del">
        <pc:chgData name="Federico Pepe" userId="ebd157c5270be293" providerId="LiveId" clId="{CF3693D5-FEB2-42A7-BFDD-3AB6135DD855}" dt="2026-01-27T15:21:03.399" v="16053" actId="47"/>
        <pc:sldMkLst>
          <pc:docMk/>
          <pc:sldMk cId="259593952" sldId="318"/>
        </pc:sldMkLst>
      </pc:sldChg>
      <pc:sldChg chg="modSp mod">
        <pc:chgData name="Federico Pepe" userId="ebd157c5270be293" providerId="LiveId" clId="{CF3693D5-FEB2-42A7-BFDD-3AB6135DD855}" dt="2026-01-27T16:02:34.479" v="16687" actId="20577"/>
        <pc:sldMkLst>
          <pc:docMk/>
          <pc:sldMk cId="1403721523" sldId="319"/>
        </pc:sldMkLst>
        <pc:spChg chg="mod">
          <ac:chgData name="Federico Pepe" userId="ebd157c5270be293" providerId="LiveId" clId="{CF3693D5-FEB2-42A7-BFDD-3AB6135DD855}" dt="2026-01-27T16:02:34.479" v="16687" actId="20577"/>
          <ac:spMkLst>
            <pc:docMk/>
            <pc:sldMk cId="1403721523" sldId="319"/>
            <ac:spMk id="2" creationId="{6AF1519F-D26C-66BD-DBC7-B1CDA5898BDB}"/>
          </ac:spMkLst>
        </pc:spChg>
        <pc:graphicFrameChg chg="mod modGraphic">
          <ac:chgData name="Federico Pepe" userId="ebd157c5270be293" providerId="LiveId" clId="{CF3693D5-FEB2-42A7-BFDD-3AB6135DD855}" dt="2026-01-27T16:02:11.870" v="16685" actId="207"/>
          <ac:graphicFrameMkLst>
            <pc:docMk/>
            <pc:sldMk cId="1403721523" sldId="319"/>
            <ac:graphicFrameMk id="5" creationId="{7F5D7F37-2B77-9FAE-C24F-9912D04BBCDD}"/>
          </ac:graphicFrameMkLst>
        </pc:graphicFrameChg>
      </pc:sldChg>
      <pc:sldChg chg="addSp delSp modSp mod">
        <pc:chgData name="Federico Pepe" userId="ebd157c5270be293" providerId="LiveId" clId="{CF3693D5-FEB2-42A7-BFDD-3AB6135DD855}" dt="2026-01-27T16:03:18.173" v="16709" actId="20577"/>
        <pc:sldMkLst>
          <pc:docMk/>
          <pc:sldMk cId="1522312647" sldId="320"/>
        </pc:sldMkLst>
        <pc:spChg chg="mod">
          <ac:chgData name="Federico Pepe" userId="ebd157c5270be293" providerId="LiveId" clId="{CF3693D5-FEB2-42A7-BFDD-3AB6135DD855}" dt="2026-01-27T16:03:18.173" v="16709" actId="20577"/>
          <ac:spMkLst>
            <pc:docMk/>
            <pc:sldMk cId="1522312647" sldId="320"/>
            <ac:spMk id="2" creationId="{4175B080-DC66-55B5-55D2-CB812B0D9530}"/>
          </ac:spMkLst>
        </pc:spChg>
        <pc:picChg chg="add mod">
          <ac:chgData name="Federico Pepe" userId="ebd157c5270be293" providerId="LiveId" clId="{CF3693D5-FEB2-42A7-BFDD-3AB6135DD855}" dt="2026-01-27T16:03:11.023" v="16695" actId="14100"/>
          <ac:picMkLst>
            <pc:docMk/>
            <pc:sldMk cId="1522312647" sldId="320"/>
            <ac:picMk id="5" creationId="{7BE38099-1805-2D97-91B3-A915D95C015C}"/>
          </ac:picMkLst>
        </pc:picChg>
        <pc:picChg chg="del">
          <ac:chgData name="Federico Pepe" userId="ebd157c5270be293" providerId="LiveId" clId="{CF3693D5-FEB2-42A7-BFDD-3AB6135DD855}" dt="2026-01-27T16:02:48.099" v="16688" actId="478"/>
          <ac:picMkLst>
            <pc:docMk/>
            <pc:sldMk cId="1522312647" sldId="320"/>
            <ac:picMk id="10" creationId="{E00565DE-E641-58A5-74A9-E941740C8568}"/>
          </ac:picMkLst>
        </pc:picChg>
      </pc:sldChg>
      <pc:sldChg chg="addSp delSp modSp mod">
        <pc:chgData name="Federico Pepe" userId="ebd157c5270be293" providerId="LiveId" clId="{CF3693D5-FEB2-42A7-BFDD-3AB6135DD855}" dt="2026-01-27T16:05:38.035" v="16783" actId="1076"/>
        <pc:sldMkLst>
          <pc:docMk/>
          <pc:sldMk cId="1266354550" sldId="321"/>
        </pc:sldMkLst>
        <pc:spChg chg="mod">
          <ac:chgData name="Federico Pepe" userId="ebd157c5270be293" providerId="LiveId" clId="{CF3693D5-FEB2-42A7-BFDD-3AB6135DD855}" dt="2026-01-27T16:03:49.478" v="16754" actId="20577"/>
          <ac:spMkLst>
            <pc:docMk/>
            <pc:sldMk cId="1266354550" sldId="321"/>
            <ac:spMk id="2" creationId="{901BE833-8D65-8D73-649E-CAE1BDC94F32}"/>
          </ac:spMkLst>
        </pc:spChg>
        <pc:spChg chg="add mod">
          <ac:chgData name="Federico Pepe" userId="ebd157c5270be293" providerId="LiveId" clId="{CF3693D5-FEB2-42A7-BFDD-3AB6135DD855}" dt="2026-01-27T16:05:38.035" v="16783" actId="1076"/>
          <ac:spMkLst>
            <pc:docMk/>
            <pc:sldMk cId="1266354550" sldId="321"/>
            <ac:spMk id="10" creationId="{2D49B357-4C89-AF38-42B8-99509749EF39}"/>
          </ac:spMkLst>
        </pc:spChg>
        <pc:grpChg chg="add mod">
          <ac:chgData name="Federico Pepe" userId="ebd157c5270be293" providerId="LiveId" clId="{CF3693D5-FEB2-42A7-BFDD-3AB6135DD855}" dt="2026-01-27T16:05:02.651" v="16772" actId="1076"/>
          <ac:grpSpMkLst>
            <pc:docMk/>
            <pc:sldMk cId="1266354550" sldId="321"/>
            <ac:grpSpMk id="9" creationId="{55D8CCCE-2E21-15C0-6B91-91E171CFF27B}"/>
          </ac:grpSpMkLst>
        </pc:grpChg>
        <pc:picChg chg="add mod">
          <ac:chgData name="Federico Pepe" userId="ebd157c5270be293" providerId="LiveId" clId="{CF3693D5-FEB2-42A7-BFDD-3AB6135DD855}" dt="2026-01-27T16:04:46.004" v="16768" actId="164"/>
          <ac:picMkLst>
            <pc:docMk/>
            <pc:sldMk cId="1266354550" sldId="321"/>
            <ac:picMk id="5" creationId="{CAA19574-5A91-B875-8232-71515A79E261}"/>
          </ac:picMkLst>
        </pc:picChg>
        <pc:picChg chg="del">
          <ac:chgData name="Federico Pepe" userId="ebd157c5270be293" providerId="LiveId" clId="{CF3693D5-FEB2-42A7-BFDD-3AB6135DD855}" dt="2026-01-27T16:03:33.838" v="16710" actId="478"/>
          <ac:picMkLst>
            <pc:docMk/>
            <pc:sldMk cId="1266354550" sldId="321"/>
            <ac:picMk id="6" creationId="{2081126B-E7B5-FBC1-B9C7-E92D968551AD}"/>
          </ac:picMkLst>
        </pc:picChg>
        <pc:picChg chg="add mod">
          <ac:chgData name="Federico Pepe" userId="ebd157c5270be293" providerId="LiveId" clId="{CF3693D5-FEB2-42A7-BFDD-3AB6135DD855}" dt="2026-01-27T16:04:46.004" v="16768" actId="164"/>
          <ac:picMkLst>
            <pc:docMk/>
            <pc:sldMk cId="1266354550" sldId="321"/>
            <ac:picMk id="8" creationId="{A36C3C2B-C2B6-7AA0-B19C-82B59B7627BD}"/>
          </ac:picMkLst>
        </pc:picChg>
      </pc:sldChg>
      <pc:sldChg chg="addSp delSp modSp add del mod">
        <pc:chgData name="Federico Pepe" userId="ebd157c5270be293" providerId="LiveId" clId="{CF3693D5-FEB2-42A7-BFDD-3AB6135DD855}" dt="2026-01-27T16:10:54.579" v="16939" actId="20577"/>
        <pc:sldMkLst>
          <pc:docMk/>
          <pc:sldMk cId="3963816447" sldId="322"/>
        </pc:sldMkLst>
        <pc:spChg chg="add del mod">
          <ac:chgData name="Federico Pepe" userId="ebd157c5270be293" providerId="LiveId" clId="{CF3693D5-FEB2-42A7-BFDD-3AB6135DD855}" dt="2026-01-27T16:06:21.962" v="16802" actId="478"/>
          <ac:spMkLst>
            <pc:docMk/>
            <pc:sldMk cId="3963816447" sldId="322"/>
            <ac:spMk id="6" creationId="{0DC9A15C-9E19-CF9B-B8E4-73ADC4C3CA46}"/>
          </ac:spMkLst>
        </pc:spChg>
        <pc:graphicFrameChg chg="del">
          <ac:chgData name="Federico Pepe" userId="ebd157c5270be293" providerId="LiveId" clId="{CF3693D5-FEB2-42A7-BFDD-3AB6135DD855}" dt="2026-01-27T16:06:20.125" v="16801" actId="478"/>
          <ac:graphicFrameMkLst>
            <pc:docMk/>
            <pc:sldMk cId="3963816447" sldId="322"/>
            <ac:graphicFrameMk id="5" creationId="{D4F79C7A-243B-4BFA-B28B-44EA84971E54}"/>
          </ac:graphicFrameMkLst>
        </pc:graphicFrameChg>
        <pc:graphicFrameChg chg="add mod modGraphic">
          <ac:chgData name="Federico Pepe" userId="ebd157c5270be293" providerId="LiveId" clId="{CF3693D5-FEB2-42A7-BFDD-3AB6135DD855}" dt="2026-01-27T16:10:54.579" v="16939" actId="20577"/>
          <ac:graphicFrameMkLst>
            <pc:docMk/>
            <pc:sldMk cId="3963816447" sldId="322"/>
            <ac:graphicFrameMk id="7" creationId="{5AC65EEF-76EF-26B7-C492-F70CF1A77466}"/>
          </ac:graphicFrameMkLst>
        </pc:graphicFrameChg>
      </pc:sldChg>
      <pc:sldChg chg="addSp delSp modSp mod">
        <pc:chgData name="Federico Pepe" userId="ebd157c5270be293" providerId="LiveId" clId="{CF3693D5-FEB2-42A7-BFDD-3AB6135DD855}" dt="2026-01-27T16:09:08.207" v="16885" actId="14100"/>
        <pc:sldMkLst>
          <pc:docMk/>
          <pc:sldMk cId="2176901296" sldId="323"/>
        </pc:sldMkLst>
        <pc:spChg chg="mod">
          <ac:chgData name="Federico Pepe" userId="ebd157c5270be293" providerId="LiveId" clId="{CF3693D5-FEB2-42A7-BFDD-3AB6135DD855}" dt="2026-01-27T16:08:32.272" v="16878" actId="20577"/>
          <ac:spMkLst>
            <pc:docMk/>
            <pc:sldMk cId="2176901296" sldId="323"/>
            <ac:spMk id="2" creationId="{D8C148C0-8861-5C96-E3AA-E47684CF54F4}"/>
          </ac:spMkLst>
        </pc:spChg>
        <pc:picChg chg="del">
          <ac:chgData name="Federico Pepe" userId="ebd157c5270be293" providerId="LiveId" clId="{CF3693D5-FEB2-42A7-BFDD-3AB6135DD855}" dt="2026-01-27T16:08:37.557" v="16879" actId="478"/>
          <ac:picMkLst>
            <pc:docMk/>
            <pc:sldMk cId="2176901296" sldId="323"/>
            <ac:picMk id="5" creationId="{E6B0C5D9-D548-A92C-8EC4-2A735E941E4B}"/>
          </ac:picMkLst>
        </pc:picChg>
        <pc:picChg chg="add mod">
          <ac:chgData name="Federico Pepe" userId="ebd157c5270be293" providerId="LiveId" clId="{CF3693D5-FEB2-42A7-BFDD-3AB6135DD855}" dt="2026-01-27T16:09:08.207" v="16885" actId="14100"/>
          <ac:picMkLst>
            <pc:docMk/>
            <pc:sldMk cId="2176901296" sldId="323"/>
            <ac:picMk id="6" creationId="{C5F4ED69-FAB1-2FA0-0EFB-9A66B055CCD5}"/>
          </ac:picMkLst>
        </pc:picChg>
      </pc:sldChg>
      <pc:sldChg chg="addSp delSp modSp mod">
        <pc:chgData name="Federico Pepe" userId="ebd157c5270be293" providerId="LiveId" clId="{CF3693D5-FEB2-42A7-BFDD-3AB6135DD855}" dt="2026-01-27T16:10:33.711" v="16914" actId="1076"/>
        <pc:sldMkLst>
          <pc:docMk/>
          <pc:sldMk cId="272813440" sldId="324"/>
        </pc:sldMkLst>
        <pc:spChg chg="mod">
          <ac:chgData name="Federico Pepe" userId="ebd157c5270be293" providerId="LiveId" clId="{CF3693D5-FEB2-42A7-BFDD-3AB6135DD855}" dt="2026-01-27T16:09:23.864" v="16887"/>
          <ac:spMkLst>
            <pc:docMk/>
            <pc:sldMk cId="272813440" sldId="324"/>
            <ac:spMk id="2" creationId="{418C03B3-96B6-9531-7E7F-42A221DCF479}"/>
          </ac:spMkLst>
        </pc:spChg>
        <pc:spChg chg="add mod">
          <ac:chgData name="Federico Pepe" userId="ebd157c5270be293" providerId="LiveId" clId="{CF3693D5-FEB2-42A7-BFDD-3AB6135DD855}" dt="2026-01-27T16:09:46.985" v="16899" actId="1076"/>
          <ac:spMkLst>
            <pc:docMk/>
            <pc:sldMk cId="272813440" sldId="324"/>
            <ac:spMk id="3" creationId="{8D93233C-63DD-59B4-293B-45E754DDF50F}"/>
          </ac:spMkLst>
        </pc:spChg>
        <pc:grpChg chg="add mod">
          <ac:chgData name="Federico Pepe" userId="ebd157c5270be293" providerId="LiveId" clId="{CF3693D5-FEB2-42A7-BFDD-3AB6135DD855}" dt="2026-01-27T16:10:33.711" v="16914" actId="1076"/>
          <ac:grpSpMkLst>
            <pc:docMk/>
            <pc:sldMk cId="272813440" sldId="324"/>
            <ac:grpSpMk id="10" creationId="{79FD0059-6B80-75DD-7A56-3921E535FC00}"/>
          </ac:grpSpMkLst>
        </pc:grpChg>
        <pc:picChg chg="add mod">
          <ac:chgData name="Federico Pepe" userId="ebd157c5270be293" providerId="LiveId" clId="{CF3693D5-FEB2-42A7-BFDD-3AB6135DD855}" dt="2026-01-27T16:10:21.097" v="16911" actId="164"/>
          <ac:picMkLst>
            <pc:docMk/>
            <pc:sldMk cId="272813440" sldId="324"/>
            <ac:picMk id="6" creationId="{4BD32A9B-20A7-6F8C-F520-12F131404113}"/>
          </ac:picMkLst>
        </pc:picChg>
        <pc:picChg chg="del">
          <ac:chgData name="Federico Pepe" userId="ebd157c5270be293" providerId="LiveId" clId="{CF3693D5-FEB2-42A7-BFDD-3AB6135DD855}" dt="2026-01-27T16:09:12.386" v="16886" actId="478"/>
          <ac:picMkLst>
            <pc:docMk/>
            <pc:sldMk cId="272813440" sldId="324"/>
            <ac:picMk id="8" creationId="{116A1064-D2DE-DDE8-46AA-F82E78A297B1}"/>
          </ac:picMkLst>
        </pc:picChg>
        <pc:picChg chg="add mod">
          <ac:chgData name="Federico Pepe" userId="ebd157c5270be293" providerId="LiveId" clId="{CF3693D5-FEB2-42A7-BFDD-3AB6135DD855}" dt="2026-01-27T16:10:21.097" v="16911" actId="164"/>
          <ac:picMkLst>
            <pc:docMk/>
            <pc:sldMk cId="272813440" sldId="324"/>
            <ac:picMk id="9" creationId="{85C09104-2A1B-1672-FE8E-F921E77BDFC9}"/>
          </ac:picMkLst>
        </pc:picChg>
      </pc:sldChg>
      <pc:sldChg chg="modSp mod">
        <pc:chgData name="Federico Pepe" userId="ebd157c5270be293" providerId="LiveId" clId="{CF3693D5-FEB2-42A7-BFDD-3AB6135DD855}" dt="2026-01-27T16:48:31.057" v="17620" actId="20577"/>
        <pc:sldMkLst>
          <pc:docMk/>
          <pc:sldMk cId="2553657952" sldId="325"/>
        </pc:sldMkLst>
        <pc:spChg chg="mod">
          <ac:chgData name="Federico Pepe" userId="ebd157c5270be293" providerId="LiveId" clId="{CF3693D5-FEB2-42A7-BFDD-3AB6135DD855}" dt="2026-01-27T16:48:31.057" v="17620" actId="20577"/>
          <ac:spMkLst>
            <pc:docMk/>
            <pc:sldMk cId="2553657952" sldId="325"/>
            <ac:spMk id="3" creationId="{71DFF13E-2955-069D-1600-82EE1385F573}"/>
          </ac:spMkLst>
        </pc:spChg>
      </pc:sldChg>
      <pc:sldChg chg="addSp delSp modSp mod">
        <pc:chgData name="Federico Pepe" userId="ebd157c5270be293" providerId="LiveId" clId="{CF3693D5-FEB2-42A7-BFDD-3AB6135DD855}" dt="2026-01-27T17:15:38.179" v="17900" actId="20577"/>
        <pc:sldMkLst>
          <pc:docMk/>
          <pc:sldMk cId="601965821" sldId="326"/>
        </pc:sldMkLst>
        <pc:spChg chg="mod">
          <ac:chgData name="Federico Pepe" userId="ebd157c5270be293" providerId="LiveId" clId="{CF3693D5-FEB2-42A7-BFDD-3AB6135DD855}" dt="2026-01-27T17:15:38.179" v="17900" actId="20577"/>
          <ac:spMkLst>
            <pc:docMk/>
            <pc:sldMk cId="601965821" sldId="326"/>
            <ac:spMk id="2" creationId="{82AEB6A0-5084-01E2-95D1-48FF950274F2}"/>
          </ac:spMkLst>
        </pc:spChg>
        <pc:spChg chg="add del mod">
          <ac:chgData name="Federico Pepe" userId="ebd157c5270be293" providerId="LiveId" clId="{CF3693D5-FEB2-42A7-BFDD-3AB6135DD855}" dt="2026-01-27T17:13:07.942" v="17786" actId="478"/>
          <ac:spMkLst>
            <pc:docMk/>
            <pc:sldMk cId="601965821" sldId="326"/>
            <ac:spMk id="6" creationId="{649D8E43-4858-2F55-B8BD-669C661B2555}"/>
          </ac:spMkLst>
        </pc:spChg>
        <pc:graphicFrameChg chg="del">
          <ac:chgData name="Federico Pepe" userId="ebd157c5270be293" providerId="LiveId" clId="{CF3693D5-FEB2-42A7-BFDD-3AB6135DD855}" dt="2026-01-27T17:13:04.939" v="17785" actId="478"/>
          <ac:graphicFrameMkLst>
            <pc:docMk/>
            <pc:sldMk cId="601965821" sldId="326"/>
            <ac:graphicFrameMk id="5" creationId="{5CC210EE-8532-406F-7906-C7A5129BAB24}"/>
          </ac:graphicFrameMkLst>
        </pc:graphicFrameChg>
        <pc:graphicFrameChg chg="add mod modGraphic">
          <ac:chgData name="Federico Pepe" userId="ebd157c5270be293" providerId="LiveId" clId="{CF3693D5-FEB2-42A7-BFDD-3AB6135DD855}" dt="2026-01-27T17:15:31.708" v="17896" actId="207"/>
          <ac:graphicFrameMkLst>
            <pc:docMk/>
            <pc:sldMk cId="601965821" sldId="326"/>
            <ac:graphicFrameMk id="7" creationId="{14813107-63C0-FECC-E5FD-59766078916C}"/>
          </ac:graphicFrameMkLst>
        </pc:graphicFrameChg>
      </pc:sldChg>
      <pc:sldChg chg="addSp delSp modSp mod">
        <pc:chgData name="Federico Pepe" userId="ebd157c5270be293" providerId="LiveId" clId="{CF3693D5-FEB2-42A7-BFDD-3AB6135DD855}" dt="2026-01-27T17:16:31.699" v="17919" actId="20577"/>
        <pc:sldMkLst>
          <pc:docMk/>
          <pc:sldMk cId="1644982764" sldId="327"/>
        </pc:sldMkLst>
        <pc:spChg chg="mod">
          <ac:chgData name="Federico Pepe" userId="ebd157c5270be293" providerId="LiveId" clId="{CF3693D5-FEB2-42A7-BFDD-3AB6135DD855}" dt="2026-01-27T17:16:31.699" v="17919" actId="20577"/>
          <ac:spMkLst>
            <pc:docMk/>
            <pc:sldMk cId="1644982764" sldId="327"/>
            <ac:spMk id="2" creationId="{5CEA127F-AB7E-51B0-C75B-6342F490C34A}"/>
          </ac:spMkLst>
        </pc:spChg>
        <pc:picChg chg="del">
          <ac:chgData name="Federico Pepe" userId="ebd157c5270be293" providerId="LiveId" clId="{CF3693D5-FEB2-42A7-BFDD-3AB6135DD855}" dt="2026-01-27T17:15:45.976" v="17901" actId="478"/>
          <ac:picMkLst>
            <pc:docMk/>
            <pc:sldMk cId="1644982764" sldId="327"/>
            <ac:picMk id="5" creationId="{95D5C8FB-DEF9-4FB3-ACC1-4DFA5037FA1B}"/>
          </ac:picMkLst>
        </pc:picChg>
        <pc:picChg chg="add mod">
          <ac:chgData name="Federico Pepe" userId="ebd157c5270be293" providerId="LiveId" clId="{CF3693D5-FEB2-42A7-BFDD-3AB6135DD855}" dt="2026-01-27T17:16:05.675" v="17908" actId="14100"/>
          <ac:picMkLst>
            <pc:docMk/>
            <pc:sldMk cId="1644982764" sldId="327"/>
            <ac:picMk id="6" creationId="{134B8B41-13CB-CE3E-361B-360A797FA230}"/>
          </ac:picMkLst>
        </pc:picChg>
      </pc:sldChg>
      <pc:sldChg chg="addSp delSp modSp mod">
        <pc:chgData name="Federico Pepe" userId="ebd157c5270be293" providerId="LiveId" clId="{CF3693D5-FEB2-42A7-BFDD-3AB6135DD855}" dt="2026-01-27T17:17:45.138" v="17972" actId="14100"/>
        <pc:sldMkLst>
          <pc:docMk/>
          <pc:sldMk cId="3008124945" sldId="328"/>
        </pc:sldMkLst>
        <pc:spChg chg="mod">
          <ac:chgData name="Federico Pepe" userId="ebd157c5270be293" providerId="LiveId" clId="{CF3693D5-FEB2-42A7-BFDD-3AB6135DD855}" dt="2026-01-27T17:16:49.996" v="17957" actId="20577"/>
          <ac:spMkLst>
            <pc:docMk/>
            <pc:sldMk cId="3008124945" sldId="328"/>
            <ac:spMk id="2" creationId="{60FD45B9-CAB0-7B35-47E7-4E929DE6A49A}"/>
          </ac:spMkLst>
        </pc:spChg>
        <pc:grpChg chg="add mod">
          <ac:chgData name="Federico Pepe" userId="ebd157c5270be293" providerId="LiveId" clId="{CF3693D5-FEB2-42A7-BFDD-3AB6135DD855}" dt="2026-01-27T17:17:45.138" v="17972" actId="14100"/>
          <ac:grpSpMkLst>
            <pc:docMk/>
            <pc:sldMk cId="3008124945" sldId="328"/>
            <ac:grpSpMk id="9" creationId="{DB2D340E-BBBD-5CD6-91BE-9CB6984F022D}"/>
          </ac:grpSpMkLst>
        </pc:grpChg>
        <pc:picChg chg="del">
          <ac:chgData name="Federico Pepe" userId="ebd157c5270be293" providerId="LiveId" clId="{CF3693D5-FEB2-42A7-BFDD-3AB6135DD855}" dt="2026-01-27T17:16:52.624" v="17958" actId="478"/>
          <ac:picMkLst>
            <pc:docMk/>
            <pc:sldMk cId="3008124945" sldId="328"/>
            <ac:picMk id="5" creationId="{4B3DE868-21B7-6EF0-A0EE-62FFD7DB5B58}"/>
          </ac:picMkLst>
        </pc:picChg>
        <pc:picChg chg="add mod">
          <ac:chgData name="Federico Pepe" userId="ebd157c5270be293" providerId="LiveId" clId="{CF3693D5-FEB2-42A7-BFDD-3AB6135DD855}" dt="2026-01-27T17:17:26.800" v="17968" actId="164"/>
          <ac:picMkLst>
            <pc:docMk/>
            <pc:sldMk cId="3008124945" sldId="328"/>
            <ac:picMk id="6" creationId="{39943353-F7EB-87F2-25C9-8A6BC4357DC1}"/>
          </ac:picMkLst>
        </pc:picChg>
        <pc:picChg chg="add mod">
          <ac:chgData name="Federico Pepe" userId="ebd157c5270be293" providerId="LiveId" clId="{CF3693D5-FEB2-42A7-BFDD-3AB6135DD855}" dt="2026-01-27T17:17:26.800" v="17968" actId="164"/>
          <ac:picMkLst>
            <pc:docMk/>
            <pc:sldMk cId="3008124945" sldId="328"/>
            <ac:picMk id="8" creationId="{B9992CF0-CF87-FC98-1837-D53CE111CB9E}"/>
          </ac:picMkLst>
        </pc:picChg>
      </pc:sldChg>
      <pc:sldChg chg="addSp delSp modSp mod">
        <pc:chgData name="Federico Pepe" userId="ebd157c5270be293" providerId="LiveId" clId="{CF3693D5-FEB2-42A7-BFDD-3AB6135DD855}" dt="2026-01-27T17:21:10.667" v="18067" actId="207"/>
        <pc:sldMkLst>
          <pc:docMk/>
          <pc:sldMk cId="1750675751" sldId="329"/>
        </pc:sldMkLst>
        <pc:spChg chg="mod">
          <ac:chgData name="Federico Pepe" userId="ebd157c5270be293" providerId="LiveId" clId="{CF3693D5-FEB2-42A7-BFDD-3AB6135DD855}" dt="2026-01-27T17:20:14.051" v="18051" actId="20577"/>
          <ac:spMkLst>
            <pc:docMk/>
            <pc:sldMk cId="1750675751" sldId="329"/>
            <ac:spMk id="2" creationId="{43F1C776-9546-D143-AF14-B886BEEA3848}"/>
          </ac:spMkLst>
        </pc:spChg>
        <pc:spChg chg="add del mod">
          <ac:chgData name="Federico Pepe" userId="ebd157c5270be293" providerId="LiveId" clId="{CF3693D5-FEB2-42A7-BFDD-3AB6135DD855}" dt="2026-01-27T17:18:32.795" v="17976" actId="478"/>
          <ac:spMkLst>
            <pc:docMk/>
            <pc:sldMk cId="1750675751" sldId="329"/>
            <ac:spMk id="6" creationId="{087871F3-ED71-0F4B-3B4E-3E14A11A2C07}"/>
          </ac:spMkLst>
        </pc:spChg>
        <pc:graphicFrameChg chg="del modGraphic">
          <ac:chgData name="Federico Pepe" userId="ebd157c5270be293" providerId="LiveId" clId="{CF3693D5-FEB2-42A7-BFDD-3AB6135DD855}" dt="2026-01-27T17:18:31.522" v="17975" actId="478"/>
          <ac:graphicFrameMkLst>
            <pc:docMk/>
            <pc:sldMk cId="1750675751" sldId="329"/>
            <ac:graphicFrameMk id="5" creationId="{347D3500-8917-4244-E61C-AB1767FA622F}"/>
          </ac:graphicFrameMkLst>
        </pc:graphicFrameChg>
        <pc:graphicFrameChg chg="add mod modGraphic">
          <ac:chgData name="Federico Pepe" userId="ebd157c5270be293" providerId="LiveId" clId="{CF3693D5-FEB2-42A7-BFDD-3AB6135DD855}" dt="2026-01-27T17:21:10.667" v="18067" actId="207"/>
          <ac:graphicFrameMkLst>
            <pc:docMk/>
            <pc:sldMk cId="1750675751" sldId="329"/>
            <ac:graphicFrameMk id="7" creationId="{31B57F20-1D7C-F9FE-4A76-837ECC5CB7C8}"/>
          </ac:graphicFrameMkLst>
        </pc:graphicFrameChg>
      </pc:sldChg>
      <pc:sldChg chg="addSp delSp modSp mod">
        <pc:chgData name="Federico Pepe" userId="ebd157c5270be293" providerId="LiveId" clId="{CF3693D5-FEB2-42A7-BFDD-3AB6135DD855}" dt="2026-01-27T17:21:39.175" v="18087" actId="14100"/>
        <pc:sldMkLst>
          <pc:docMk/>
          <pc:sldMk cId="2601310002" sldId="330"/>
        </pc:sldMkLst>
        <pc:spChg chg="mod">
          <ac:chgData name="Federico Pepe" userId="ebd157c5270be293" providerId="LiveId" clId="{CF3693D5-FEB2-42A7-BFDD-3AB6135DD855}" dt="2026-01-27T17:21:22.755" v="18082" actId="20577"/>
          <ac:spMkLst>
            <pc:docMk/>
            <pc:sldMk cId="2601310002" sldId="330"/>
            <ac:spMk id="2" creationId="{68A689B1-F6F5-DE97-BEE8-CC7A5AF832A2}"/>
          </ac:spMkLst>
        </pc:spChg>
        <pc:picChg chg="add mod">
          <ac:chgData name="Federico Pepe" userId="ebd157c5270be293" providerId="LiveId" clId="{CF3693D5-FEB2-42A7-BFDD-3AB6135DD855}" dt="2026-01-27T17:21:39.175" v="18087" actId="14100"/>
          <ac:picMkLst>
            <pc:docMk/>
            <pc:sldMk cId="2601310002" sldId="330"/>
            <ac:picMk id="5" creationId="{75274E39-84E4-BAE0-7E52-63A9332E2A7D}"/>
          </ac:picMkLst>
        </pc:picChg>
        <pc:picChg chg="del">
          <ac:chgData name="Federico Pepe" userId="ebd157c5270be293" providerId="LiveId" clId="{CF3693D5-FEB2-42A7-BFDD-3AB6135DD855}" dt="2026-01-27T17:21:16.267" v="18068" actId="478"/>
          <ac:picMkLst>
            <pc:docMk/>
            <pc:sldMk cId="2601310002" sldId="330"/>
            <ac:picMk id="6" creationId="{D1CF94A4-10D3-4E28-5600-2B7422E657EA}"/>
          </ac:picMkLst>
        </pc:picChg>
      </pc:sldChg>
      <pc:sldChg chg="addSp delSp modSp mod">
        <pc:chgData name="Federico Pepe" userId="ebd157c5270be293" providerId="LiveId" clId="{CF3693D5-FEB2-42A7-BFDD-3AB6135DD855}" dt="2026-01-27T17:22:50.178" v="18147" actId="1076"/>
        <pc:sldMkLst>
          <pc:docMk/>
          <pc:sldMk cId="3696145466" sldId="331"/>
        </pc:sldMkLst>
        <pc:spChg chg="mod">
          <ac:chgData name="Federico Pepe" userId="ebd157c5270be293" providerId="LiveId" clId="{CF3693D5-FEB2-42A7-BFDD-3AB6135DD855}" dt="2026-01-27T17:21:58.663" v="18127" actId="20577"/>
          <ac:spMkLst>
            <pc:docMk/>
            <pc:sldMk cId="3696145466" sldId="331"/>
            <ac:spMk id="2" creationId="{B226D607-47D8-C4D9-8B25-E82E319E9C91}"/>
          </ac:spMkLst>
        </pc:spChg>
        <pc:grpChg chg="add mod">
          <ac:chgData name="Federico Pepe" userId="ebd157c5270be293" providerId="LiveId" clId="{CF3693D5-FEB2-42A7-BFDD-3AB6135DD855}" dt="2026-01-27T17:22:50.178" v="18147" actId="1076"/>
          <ac:grpSpMkLst>
            <pc:docMk/>
            <pc:sldMk cId="3696145466" sldId="331"/>
            <ac:grpSpMk id="9" creationId="{24371779-F717-692F-4BF1-E979EC93A18B}"/>
          </ac:grpSpMkLst>
        </pc:grpChg>
        <pc:picChg chg="add mod">
          <ac:chgData name="Federico Pepe" userId="ebd157c5270be293" providerId="LiveId" clId="{CF3693D5-FEB2-42A7-BFDD-3AB6135DD855}" dt="2026-01-27T17:22:26.977" v="18138" actId="164"/>
          <ac:picMkLst>
            <pc:docMk/>
            <pc:sldMk cId="3696145466" sldId="331"/>
            <ac:picMk id="5" creationId="{D905A139-AE1F-90D5-6E43-DF0C508ECCC1}"/>
          </ac:picMkLst>
        </pc:picChg>
        <pc:picChg chg="del">
          <ac:chgData name="Federico Pepe" userId="ebd157c5270be293" providerId="LiveId" clId="{CF3693D5-FEB2-42A7-BFDD-3AB6135DD855}" dt="2026-01-27T17:22:00.941" v="18128" actId="478"/>
          <ac:picMkLst>
            <pc:docMk/>
            <pc:sldMk cId="3696145466" sldId="331"/>
            <ac:picMk id="7" creationId="{1EBA65FD-60BA-0E8B-49FF-38301E60284D}"/>
          </ac:picMkLst>
        </pc:picChg>
        <pc:picChg chg="add mod">
          <ac:chgData name="Federico Pepe" userId="ebd157c5270be293" providerId="LiveId" clId="{CF3693D5-FEB2-42A7-BFDD-3AB6135DD855}" dt="2026-01-27T17:22:26.977" v="18138" actId="164"/>
          <ac:picMkLst>
            <pc:docMk/>
            <pc:sldMk cId="3696145466" sldId="331"/>
            <ac:picMk id="8" creationId="{54C825E4-86A5-EE44-240F-5A6B98069E99}"/>
          </ac:picMkLst>
        </pc:picChg>
      </pc:sldChg>
      <pc:sldChg chg="del">
        <pc:chgData name="Federico Pepe" userId="ebd157c5270be293" providerId="LiveId" clId="{CF3693D5-FEB2-42A7-BFDD-3AB6135DD855}" dt="2026-01-27T17:18:03.032" v="17973" actId="47"/>
        <pc:sldMkLst>
          <pc:docMk/>
          <pc:sldMk cId="3381326575" sldId="332"/>
        </pc:sldMkLst>
      </pc:sldChg>
      <pc:sldChg chg="del">
        <pc:chgData name="Federico Pepe" userId="ebd157c5270be293" providerId="LiveId" clId="{CF3693D5-FEB2-42A7-BFDD-3AB6135DD855}" dt="2026-01-27T17:22:58.280" v="18148" actId="47"/>
        <pc:sldMkLst>
          <pc:docMk/>
          <pc:sldMk cId="2208876862" sldId="333"/>
        </pc:sldMkLst>
      </pc:sldChg>
      <pc:sldChg chg="del">
        <pc:chgData name="Federico Pepe" userId="ebd157c5270be293" providerId="LiveId" clId="{CF3693D5-FEB2-42A7-BFDD-3AB6135DD855}" dt="2026-01-27T17:24:13.822" v="18154" actId="47"/>
        <pc:sldMkLst>
          <pc:docMk/>
          <pc:sldMk cId="50778934" sldId="334"/>
        </pc:sldMkLst>
      </pc:sldChg>
      <pc:sldChg chg="del">
        <pc:chgData name="Federico Pepe" userId="ebd157c5270be293" providerId="LiveId" clId="{CF3693D5-FEB2-42A7-BFDD-3AB6135DD855}" dt="2026-01-27T17:24:15.284" v="18155" actId="47"/>
        <pc:sldMkLst>
          <pc:docMk/>
          <pc:sldMk cId="3960321370" sldId="335"/>
        </pc:sldMkLst>
      </pc:sldChg>
      <pc:sldChg chg="del">
        <pc:chgData name="Federico Pepe" userId="ebd157c5270be293" providerId="LiveId" clId="{CF3693D5-FEB2-42A7-BFDD-3AB6135DD855}" dt="2026-01-27T17:24:16.645" v="18156" actId="47"/>
        <pc:sldMkLst>
          <pc:docMk/>
          <pc:sldMk cId="3368419480" sldId="336"/>
        </pc:sldMkLst>
      </pc:sldChg>
      <pc:sldChg chg="del">
        <pc:chgData name="Federico Pepe" userId="ebd157c5270be293" providerId="LiveId" clId="{CF3693D5-FEB2-42A7-BFDD-3AB6135DD855}" dt="2026-01-27T17:26:21.715" v="18170" actId="47"/>
        <pc:sldMkLst>
          <pc:docMk/>
          <pc:sldMk cId="3901150106" sldId="337"/>
        </pc:sldMkLst>
      </pc:sldChg>
      <pc:sldChg chg="del">
        <pc:chgData name="Federico Pepe" userId="ebd157c5270be293" providerId="LiveId" clId="{CF3693D5-FEB2-42A7-BFDD-3AB6135DD855}" dt="2026-01-27T17:24:21.158" v="18157" actId="47"/>
        <pc:sldMkLst>
          <pc:docMk/>
          <pc:sldMk cId="797211636" sldId="338"/>
        </pc:sldMkLst>
      </pc:sldChg>
      <pc:sldChg chg="addSp modSp new mod">
        <pc:chgData name="Federico Pepe" userId="ebd157c5270be293" providerId="LiveId" clId="{CF3693D5-FEB2-42A7-BFDD-3AB6135DD855}" dt="2026-01-27T15:26:30.845" v="16211" actId="1076"/>
        <pc:sldMkLst>
          <pc:docMk/>
          <pc:sldMk cId="752075724" sldId="339"/>
        </pc:sldMkLst>
        <pc:spChg chg="mod">
          <ac:chgData name="Federico Pepe" userId="ebd157c5270be293" providerId="LiveId" clId="{CF3693D5-FEB2-42A7-BFDD-3AB6135DD855}" dt="2026-01-27T15:21:28.481" v="16056" actId="14100"/>
          <ac:spMkLst>
            <pc:docMk/>
            <pc:sldMk cId="752075724" sldId="339"/>
            <ac:spMk id="2" creationId="{74799F46-0F6A-D850-040F-60DAFCEEA1ED}"/>
          </ac:spMkLst>
        </pc:spChg>
        <pc:spChg chg="mod">
          <ac:chgData name="Federico Pepe" userId="ebd157c5270be293" providerId="LiveId" clId="{CF3693D5-FEB2-42A7-BFDD-3AB6135DD855}" dt="2026-01-27T15:24:48.193" v="16151" actId="1076"/>
          <ac:spMkLst>
            <pc:docMk/>
            <pc:sldMk cId="752075724" sldId="339"/>
            <ac:spMk id="3" creationId="{8073466A-C5F5-339E-89B7-F09AFBD07F6C}"/>
          </ac:spMkLst>
        </pc:spChg>
        <pc:spChg chg="mod">
          <ac:chgData name="Federico Pepe" userId="ebd157c5270be293" providerId="LiveId" clId="{CF3693D5-FEB2-42A7-BFDD-3AB6135DD855}" dt="2026-01-27T15:25:00.689" v="16155" actId="1076"/>
          <ac:spMkLst>
            <pc:docMk/>
            <pc:sldMk cId="752075724" sldId="339"/>
            <ac:spMk id="4" creationId="{75FFF8A7-BD8B-E410-1C4A-203BC763213F}"/>
          </ac:spMkLst>
        </pc:spChg>
        <pc:spChg chg="add mod">
          <ac:chgData name="Federico Pepe" userId="ebd157c5270be293" providerId="LiveId" clId="{CF3693D5-FEB2-42A7-BFDD-3AB6135DD855}" dt="2026-01-27T15:26:30.845" v="16211" actId="1076"/>
          <ac:spMkLst>
            <pc:docMk/>
            <pc:sldMk cId="752075724" sldId="339"/>
            <ac:spMk id="5" creationId="{0F26A83A-BBAE-D721-0078-9B4413DD9AC3}"/>
          </ac:spMkLst>
        </pc:spChg>
      </pc:sldChg>
      <pc:sldChg chg="addSp delSp modSp add mod">
        <pc:chgData name="Federico Pepe" userId="ebd157c5270be293" providerId="LiveId" clId="{CF3693D5-FEB2-42A7-BFDD-3AB6135DD855}" dt="2026-01-27T15:46:13.174" v="16301" actId="1076"/>
        <pc:sldMkLst>
          <pc:docMk/>
          <pc:sldMk cId="472264288" sldId="340"/>
        </pc:sldMkLst>
        <pc:spChg chg="mod">
          <ac:chgData name="Federico Pepe" userId="ebd157c5270be293" providerId="LiveId" clId="{CF3693D5-FEB2-42A7-BFDD-3AB6135DD855}" dt="2026-01-27T15:44:42.148" v="16275" actId="20577"/>
          <ac:spMkLst>
            <pc:docMk/>
            <pc:sldMk cId="472264288" sldId="340"/>
            <ac:spMk id="12" creationId="{6AC5FFBD-842A-C3F1-883D-85AD295E83DA}"/>
          </ac:spMkLst>
        </pc:spChg>
        <pc:grpChg chg="del">
          <ac:chgData name="Federico Pepe" userId="ebd157c5270be293" providerId="LiveId" clId="{CF3693D5-FEB2-42A7-BFDD-3AB6135DD855}" dt="2026-01-27T15:44:45.703" v="16276" actId="478"/>
          <ac:grpSpMkLst>
            <pc:docMk/>
            <pc:sldMk cId="472264288" sldId="340"/>
            <ac:grpSpMk id="10" creationId="{A9CECED2-5D45-41EC-CD47-C026B61EA5BA}"/>
          </ac:grpSpMkLst>
        </pc:grpChg>
        <pc:grpChg chg="add mod">
          <ac:chgData name="Federico Pepe" userId="ebd157c5270be293" providerId="LiveId" clId="{CF3693D5-FEB2-42A7-BFDD-3AB6135DD855}" dt="2026-01-27T15:45:35.245" v="16294" actId="1076"/>
          <ac:grpSpMkLst>
            <pc:docMk/>
            <pc:sldMk cId="472264288" sldId="340"/>
            <ac:grpSpMk id="11" creationId="{E388F884-7C9D-DE13-1EBE-1D7C3B238B5D}"/>
          </ac:grpSpMkLst>
        </pc:grpChg>
        <pc:picChg chg="add mod">
          <ac:chgData name="Federico Pepe" userId="ebd157c5270be293" providerId="LiveId" clId="{CF3693D5-FEB2-42A7-BFDD-3AB6135DD855}" dt="2026-01-27T15:45:22.305" v="16288" actId="164"/>
          <ac:picMkLst>
            <pc:docMk/>
            <pc:sldMk cId="472264288" sldId="340"/>
            <ac:picMk id="5" creationId="{1C4ADC0F-8EDC-4523-26F1-B94169500E4E}"/>
          </ac:picMkLst>
        </pc:picChg>
        <pc:picChg chg="add mod">
          <ac:chgData name="Federico Pepe" userId="ebd157c5270be293" providerId="LiveId" clId="{CF3693D5-FEB2-42A7-BFDD-3AB6135DD855}" dt="2026-01-27T15:45:22.305" v="16288" actId="164"/>
          <ac:picMkLst>
            <pc:docMk/>
            <pc:sldMk cId="472264288" sldId="340"/>
            <ac:picMk id="9" creationId="{E48A7DA0-E424-6378-6D71-A994EF082DF7}"/>
          </ac:picMkLst>
        </pc:picChg>
        <pc:picChg chg="del">
          <ac:chgData name="Federico Pepe" userId="ebd157c5270be293" providerId="LiveId" clId="{CF3693D5-FEB2-42A7-BFDD-3AB6135DD855}" dt="2026-01-27T15:44:46.383" v="16277" actId="478"/>
          <ac:picMkLst>
            <pc:docMk/>
            <pc:sldMk cId="472264288" sldId="340"/>
            <ac:picMk id="13" creationId="{6D252F62-654F-C9E5-49E5-AAC0F521A303}"/>
          </ac:picMkLst>
        </pc:picChg>
        <pc:picChg chg="add mod">
          <ac:chgData name="Federico Pepe" userId="ebd157c5270be293" providerId="LiveId" clId="{CF3693D5-FEB2-42A7-BFDD-3AB6135DD855}" dt="2026-01-27T15:46:13.174" v="16301" actId="1076"/>
          <ac:picMkLst>
            <pc:docMk/>
            <pc:sldMk cId="472264288" sldId="340"/>
            <ac:picMk id="15" creationId="{453AE7D4-1E61-7CB9-0D2C-925862BB7564}"/>
          </ac:picMkLst>
        </pc:picChg>
      </pc:sldChg>
      <pc:sldChg chg="addSp delSp modSp add mod">
        <pc:chgData name="Federico Pepe" userId="ebd157c5270be293" providerId="LiveId" clId="{CF3693D5-FEB2-42A7-BFDD-3AB6135DD855}" dt="2026-01-27T15:47:49.374" v="16333" actId="1076"/>
        <pc:sldMkLst>
          <pc:docMk/>
          <pc:sldMk cId="3754093690" sldId="341"/>
        </pc:sldMkLst>
        <pc:spChg chg="mod">
          <ac:chgData name="Federico Pepe" userId="ebd157c5270be293" providerId="LiveId" clId="{CF3693D5-FEB2-42A7-BFDD-3AB6135DD855}" dt="2026-01-27T15:46:26.678" v="16304" actId="20577"/>
          <ac:spMkLst>
            <pc:docMk/>
            <pc:sldMk cId="3754093690" sldId="341"/>
            <ac:spMk id="12" creationId="{86F43C20-A44D-5801-369E-7CD16168902B}"/>
          </ac:spMkLst>
        </pc:spChg>
        <pc:grpChg chg="del">
          <ac:chgData name="Federico Pepe" userId="ebd157c5270be293" providerId="LiveId" clId="{CF3693D5-FEB2-42A7-BFDD-3AB6135DD855}" dt="2026-01-27T15:46:29.508" v="16305" actId="478"/>
          <ac:grpSpMkLst>
            <pc:docMk/>
            <pc:sldMk cId="3754093690" sldId="341"/>
            <ac:grpSpMk id="10" creationId="{E5D95EA8-1845-A7B8-5B53-96F68F8EED94}"/>
          </ac:grpSpMkLst>
        </pc:grpChg>
        <pc:grpChg chg="add mod">
          <ac:chgData name="Federico Pepe" userId="ebd157c5270be293" providerId="LiveId" clId="{CF3693D5-FEB2-42A7-BFDD-3AB6135DD855}" dt="2026-01-27T15:47:38.619" v="16332" actId="1076"/>
          <ac:grpSpMkLst>
            <pc:docMk/>
            <pc:sldMk cId="3754093690" sldId="341"/>
            <ac:grpSpMk id="15" creationId="{3D58972A-1EA0-C10F-79CC-D8A3A95C5351}"/>
          </ac:grpSpMkLst>
        </pc:grpChg>
        <pc:picChg chg="add mod">
          <ac:chgData name="Federico Pepe" userId="ebd157c5270be293" providerId="LiveId" clId="{CF3693D5-FEB2-42A7-BFDD-3AB6135DD855}" dt="2026-01-27T15:47:34.157" v="16330" actId="164"/>
          <ac:picMkLst>
            <pc:docMk/>
            <pc:sldMk cId="3754093690" sldId="341"/>
            <ac:picMk id="5" creationId="{13AD61EF-49D6-2ADA-04E7-2A8FF6FB3C49}"/>
          </ac:picMkLst>
        </pc:picChg>
        <pc:picChg chg="add mod">
          <ac:chgData name="Federico Pepe" userId="ebd157c5270be293" providerId="LiveId" clId="{CF3693D5-FEB2-42A7-BFDD-3AB6135DD855}" dt="2026-01-27T15:47:49.374" v="16333" actId="1076"/>
          <ac:picMkLst>
            <pc:docMk/>
            <pc:sldMk cId="3754093690" sldId="341"/>
            <ac:picMk id="9" creationId="{FD4DD0DD-7773-61E1-46C8-126605CF6E16}"/>
          </ac:picMkLst>
        </pc:picChg>
        <pc:picChg chg="del">
          <ac:chgData name="Federico Pepe" userId="ebd157c5270be293" providerId="LiveId" clId="{CF3693D5-FEB2-42A7-BFDD-3AB6135DD855}" dt="2026-01-27T15:46:29.888" v="16306" actId="478"/>
          <ac:picMkLst>
            <pc:docMk/>
            <pc:sldMk cId="3754093690" sldId="341"/>
            <ac:picMk id="13" creationId="{312D27F4-2771-E079-4B18-BF8966FE46FD}"/>
          </ac:picMkLst>
        </pc:picChg>
        <pc:picChg chg="add mod">
          <ac:chgData name="Federico Pepe" userId="ebd157c5270be293" providerId="LiveId" clId="{CF3693D5-FEB2-42A7-BFDD-3AB6135DD855}" dt="2026-01-27T15:47:34.157" v="16330" actId="164"/>
          <ac:picMkLst>
            <pc:docMk/>
            <pc:sldMk cId="3754093690" sldId="341"/>
            <ac:picMk id="14" creationId="{0CDC3B48-1E62-B689-BAFE-4895771AB4C5}"/>
          </ac:picMkLst>
        </pc:picChg>
      </pc:sldChg>
      <pc:sldChg chg="addSp delSp modSp add mod">
        <pc:chgData name="Federico Pepe" userId="ebd157c5270be293" providerId="LiveId" clId="{CF3693D5-FEB2-42A7-BFDD-3AB6135DD855}" dt="2026-01-27T15:49:30.742" v="16360" actId="1076"/>
        <pc:sldMkLst>
          <pc:docMk/>
          <pc:sldMk cId="2833682948" sldId="342"/>
        </pc:sldMkLst>
        <pc:spChg chg="mod">
          <ac:chgData name="Federico Pepe" userId="ebd157c5270be293" providerId="LiveId" clId="{CF3693D5-FEB2-42A7-BFDD-3AB6135DD855}" dt="2026-01-27T15:48:19.100" v="16346" actId="20577"/>
          <ac:spMkLst>
            <pc:docMk/>
            <pc:sldMk cId="2833682948" sldId="342"/>
            <ac:spMk id="12" creationId="{EBDAC0FB-9ED4-1DF1-5210-F8ED94860404}"/>
          </ac:spMkLst>
        </pc:spChg>
        <pc:grpChg chg="del">
          <ac:chgData name="Federico Pepe" userId="ebd157c5270be293" providerId="LiveId" clId="{CF3693D5-FEB2-42A7-BFDD-3AB6135DD855}" dt="2026-01-27T15:47:59.001" v="16335" actId="478"/>
          <ac:grpSpMkLst>
            <pc:docMk/>
            <pc:sldMk cId="2833682948" sldId="342"/>
            <ac:grpSpMk id="10" creationId="{C4249F53-0FBB-33A6-8E14-566CA25142E4}"/>
          </ac:grpSpMkLst>
        </pc:grpChg>
        <pc:grpChg chg="add mod">
          <ac:chgData name="Federico Pepe" userId="ebd157c5270be293" providerId="LiveId" clId="{CF3693D5-FEB2-42A7-BFDD-3AB6135DD855}" dt="2026-01-27T15:49:30.742" v="16360" actId="1076"/>
          <ac:grpSpMkLst>
            <pc:docMk/>
            <pc:sldMk cId="2833682948" sldId="342"/>
            <ac:grpSpMk id="11" creationId="{AB9AE24B-F3E4-0EF9-64A3-277EDE78C1A4}"/>
          </ac:grpSpMkLst>
        </pc:grpChg>
        <pc:picChg chg="add mod">
          <ac:chgData name="Federico Pepe" userId="ebd157c5270be293" providerId="LiveId" clId="{CF3693D5-FEB2-42A7-BFDD-3AB6135DD855}" dt="2026-01-27T15:49:23.325" v="16359" actId="164"/>
          <ac:picMkLst>
            <pc:docMk/>
            <pc:sldMk cId="2833682948" sldId="342"/>
            <ac:picMk id="5" creationId="{205EDF91-A2DA-C741-D882-9275065D33EA}"/>
          </ac:picMkLst>
        </pc:picChg>
        <pc:picChg chg="add mod">
          <ac:chgData name="Federico Pepe" userId="ebd157c5270be293" providerId="LiveId" clId="{CF3693D5-FEB2-42A7-BFDD-3AB6135DD855}" dt="2026-01-27T15:49:23.325" v="16359" actId="164"/>
          <ac:picMkLst>
            <pc:docMk/>
            <pc:sldMk cId="2833682948" sldId="342"/>
            <ac:picMk id="9" creationId="{166C1437-E926-9B7A-E5F0-F3746D3B4AF3}"/>
          </ac:picMkLst>
        </pc:picChg>
        <pc:picChg chg="del">
          <ac:chgData name="Federico Pepe" userId="ebd157c5270be293" providerId="LiveId" clId="{CF3693D5-FEB2-42A7-BFDD-3AB6135DD855}" dt="2026-01-27T15:47:59.552" v="16336" actId="478"/>
          <ac:picMkLst>
            <pc:docMk/>
            <pc:sldMk cId="2833682948" sldId="342"/>
            <ac:picMk id="13" creationId="{12DE6360-B90C-685F-434F-FBC8FFFED6D5}"/>
          </ac:picMkLst>
        </pc:picChg>
      </pc:sldChg>
      <pc:sldChg chg="addSp delSp modSp add mod">
        <pc:chgData name="Federico Pepe" userId="ebd157c5270be293" providerId="LiveId" clId="{CF3693D5-FEB2-42A7-BFDD-3AB6135DD855}" dt="2026-01-27T15:51:08.971" v="16391" actId="1076"/>
        <pc:sldMkLst>
          <pc:docMk/>
          <pc:sldMk cId="3412353113" sldId="343"/>
        </pc:sldMkLst>
        <pc:spChg chg="mod">
          <ac:chgData name="Federico Pepe" userId="ebd157c5270be293" providerId="LiveId" clId="{CF3693D5-FEB2-42A7-BFDD-3AB6135DD855}" dt="2026-01-27T15:49:51.479" v="16362" actId="20577"/>
          <ac:spMkLst>
            <pc:docMk/>
            <pc:sldMk cId="3412353113" sldId="343"/>
            <ac:spMk id="12" creationId="{AC976E0C-76AD-F48B-C36F-FE2832937A8A}"/>
          </ac:spMkLst>
        </pc:spChg>
        <pc:grpChg chg="del">
          <ac:chgData name="Federico Pepe" userId="ebd157c5270be293" providerId="LiveId" clId="{CF3693D5-FEB2-42A7-BFDD-3AB6135DD855}" dt="2026-01-27T15:49:53.582" v="16363" actId="478"/>
          <ac:grpSpMkLst>
            <pc:docMk/>
            <pc:sldMk cId="3412353113" sldId="343"/>
            <ac:grpSpMk id="10" creationId="{B242EF88-E4CB-A6C2-E562-6F1318E7CF67}"/>
          </ac:grpSpMkLst>
        </pc:grpChg>
        <pc:grpChg chg="add mod">
          <ac:chgData name="Federico Pepe" userId="ebd157c5270be293" providerId="LiveId" clId="{CF3693D5-FEB2-42A7-BFDD-3AB6135DD855}" dt="2026-01-27T15:51:02.140" v="16390" actId="1076"/>
          <ac:grpSpMkLst>
            <pc:docMk/>
            <pc:sldMk cId="3412353113" sldId="343"/>
            <ac:grpSpMk id="15" creationId="{5A9278EB-0E80-62AF-AB5E-54221E76E76D}"/>
          </ac:grpSpMkLst>
        </pc:grpChg>
        <pc:picChg chg="add mod">
          <ac:chgData name="Federico Pepe" userId="ebd157c5270be293" providerId="LiveId" clId="{CF3693D5-FEB2-42A7-BFDD-3AB6135DD855}" dt="2026-01-27T15:50:57.432" v="16389" actId="164"/>
          <ac:picMkLst>
            <pc:docMk/>
            <pc:sldMk cId="3412353113" sldId="343"/>
            <ac:picMk id="5" creationId="{7FB6F617-1AB5-E08C-FD1B-573A0CA1CFAA}"/>
          </ac:picMkLst>
        </pc:picChg>
        <pc:picChg chg="add mod">
          <ac:chgData name="Federico Pepe" userId="ebd157c5270be293" providerId="LiveId" clId="{CF3693D5-FEB2-42A7-BFDD-3AB6135DD855}" dt="2026-01-27T15:51:08.971" v="16391" actId="1076"/>
          <ac:picMkLst>
            <pc:docMk/>
            <pc:sldMk cId="3412353113" sldId="343"/>
            <ac:picMk id="9" creationId="{6063E3D7-4E2B-BD25-828B-DFF36B2A92E4}"/>
          </ac:picMkLst>
        </pc:picChg>
        <pc:picChg chg="del mod">
          <ac:chgData name="Federico Pepe" userId="ebd157c5270be293" providerId="LiveId" clId="{CF3693D5-FEB2-42A7-BFDD-3AB6135DD855}" dt="2026-01-27T15:49:54.203" v="16365" actId="478"/>
          <ac:picMkLst>
            <pc:docMk/>
            <pc:sldMk cId="3412353113" sldId="343"/>
            <ac:picMk id="13" creationId="{8B3D5CCD-6C13-99FB-C396-75D500A53720}"/>
          </ac:picMkLst>
        </pc:picChg>
        <pc:picChg chg="add mod">
          <ac:chgData name="Federico Pepe" userId="ebd157c5270be293" providerId="LiveId" clId="{CF3693D5-FEB2-42A7-BFDD-3AB6135DD855}" dt="2026-01-27T15:50:57.432" v="16389" actId="164"/>
          <ac:picMkLst>
            <pc:docMk/>
            <pc:sldMk cId="3412353113" sldId="343"/>
            <ac:picMk id="14" creationId="{FAF8D04E-F4DD-C92B-20E1-853B75C3239F}"/>
          </ac:picMkLst>
        </pc:picChg>
      </pc:sldChg>
      <pc:sldChg chg="addSp delSp modSp add mod">
        <pc:chgData name="Federico Pepe" userId="ebd157c5270be293" providerId="LiveId" clId="{CF3693D5-FEB2-42A7-BFDD-3AB6135DD855}" dt="2026-01-27T15:52:39.630" v="16422" actId="1076"/>
        <pc:sldMkLst>
          <pc:docMk/>
          <pc:sldMk cId="3147108720" sldId="344"/>
        </pc:sldMkLst>
        <pc:spChg chg="mod">
          <ac:chgData name="Federico Pepe" userId="ebd157c5270be293" providerId="LiveId" clId="{CF3693D5-FEB2-42A7-BFDD-3AB6135DD855}" dt="2026-01-27T15:51:29.431" v="16404" actId="20577"/>
          <ac:spMkLst>
            <pc:docMk/>
            <pc:sldMk cId="3147108720" sldId="344"/>
            <ac:spMk id="12" creationId="{3CD4163B-0D9B-6930-3186-325F870E558E}"/>
          </ac:spMkLst>
        </pc:spChg>
        <pc:grpChg chg="del">
          <ac:chgData name="Federico Pepe" userId="ebd157c5270be293" providerId="LiveId" clId="{CF3693D5-FEB2-42A7-BFDD-3AB6135DD855}" dt="2026-01-27T15:51:33.235" v="16405" actId="478"/>
          <ac:grpSpMkLst>
            <pc:docMk/>
            <pc:sldMk cId="3147108720" sldId="344"/>
            <ac:grpSpMk id="10" creationId="{863A3111-75BB-0763-2A50-BC51D0817464}"/>
          </ac:grpSpMkLst>
        </pc:grpChg>
        <pc:grpChg chg="add mod">
          <ac:chgData name="Federico Pepe" userId="ebd157c5270be293" providerId="LiveId" clId="{CF3693D5-FEB2-42A7-BFDD-3AB6135DD855}" dt="2026-01-27T15:52:39.630" v="16422" actId="1076"/>
          <ac:grpSpMkLst>
            <pc:docMk/>
            <pc:sldMk cId="3147108720" sldId="344"/>
            <ac:grpSpMk id="11" creationId="{33ECDEF5-68CD-2A39-F6D2-B54A583CF4C0}"/>
          </ac:grpSpMkLst>
        </pc:grpChg>
        <pc:picChg chg="add mod">
          <ac:chgData name="Federico Pepe" userId="ebd157c5270be293" providerId="LiveId" clId="{CF3693D5-FEB2-42A7-BFDD-3AB6135DD855}" dt="2026-01-27T15:52:34.473" v="16421" actId="164"/>
          <ac:picMkLst>
            <pc:docMk/>
            <pc:sldMk cId="3147108720" sldId="344"/>
            <ac:picMk id="5" creationId="{665783C3-E0C4-62CA-3AC0-00B56943454F}"/>
          </ac:picMkLst>
        </pc:picChg>
        <pc:picChg chg="add mod">
          <ac:chgData name="Federico Pepe" userId="ebd157c5270be293" providerId="LiveId" clId="{CF3693D5-FEB2-42A7-BFDD-3AB6135DD855}" dt="2026-01-27T15:52:34.473" v="16421" actId="164"/>
          <ac:picMkLst>
            <pc:docMk/>
            <pc:sldMk cId="3147108720" sldId="344"/>
            <ac:picMk id="9" creationId="{82A0B15F-3D5F-EC96-BE95-48805371946D}"/>
          </ac:picMkLst>
        </pc:picChg>
        <pc:picChg chg="del">
          <ac:chgData name="Federico Pepe" userId="ebd157c5270be293" providerId="LiveId" clId="{CF3693D5-FEB2-42A7-BFDD-3AB6135DD855}" dt="2026-01-27T15:51:33.235" v="16405" actId="478"/>
          <ac:picMkLst>
            <pc:docMk/>
            <pc:sldMk cId="3147108720" sldId="344"/>
            <ac:picMk id="13" creationId="{E9A2DF27-25C3-CC5D-39CC-B19D90CF6818}"/>
          </ac:picMkLst>
        </pc:picChg>
      </pc:sldChg>
      <pc:sldChg chg="addSp delSp modSp add mod">
        <pc:chgData name="Federico Pepe" userId="ebd157c5270be293" providerId="LiveId" clId="{CF3693D5-FEB2-42A7-BFDD-3AB6135DD855}" dt="2026-01-27T15:54:21.685" v="16483" actId="1076"/>
        <pc:sldMkLst>
          <pc:docMk/>
          <pc:sldMk cId="2328496004" sldId="345"/>
        </pc:sldMkLst>
        <pc:spChg chg="mod">
          <ac:chgData name="Federico Pepe" userId="ebd157c5270be293" providerId="LiveId" clId="{CF3693D5-FEB2-42A7-BFDD-3AB6135DD855}" dt="2026-01-27T15:53:18.506" v="16468" actId="20577"/>
          <ac:spMkLst>
            <pc:docMk/>
            <pc:sldMk cId="2328496004" sldId="345"/>
            <ac:spMk id="12" creationId="{6D61B94D-40B5-6C60-9B1B-AE9F12A3E6FA}"/>
          </ac:spMkLst>
        </pc:spChg>
        <pc:grpChg chg="del">
          <ac:chgData name="Federico Pepe" userId="ebd157c5270be293" providerId="LiveId" clId="{CF3693D5-FEB2-42A7-BFDD-3AB6135DD855}" dt="2026-01-27T15:53:21.599" v="16469" actId="478"/>
          <ac:grpSpMkLst>
            <pc:docMk/>
            <pc:sldMk cId="2328496004" sldId="345"/>
            <ac:grpSpMk id="10" creationId="{4787B1CF-7955-01E7-0D42-C35DB616F810}"/>
          </ac:grpSpMkLst>
        </pc:grpChg>
        <pc:grpChg chg="add mod">
          <ac:chgData name="Federico Pepe" userId="ebd157c5270be293" providerId="LiveId" clId="{CF3693D5-FEB2-42A7-BFDD-3AB6135DD855}" dt="2026-01-27T15:54:21.685" v="16483" actId="1076"/>
          <ac:grpSpMkLst>
            <pc:docMk/>
            <pc:sldMk cId="2328496004" sldId="345"/>
            <ac:grpSpMk id="11" creationId="{9C661DD1-72DC-BE66-882E-E562C63BD90D}"/>
          </ac:grpSpMkLst>
        </pc:grpChg>
        <pc:picChg chg="add mod">
          <ac:chgData name="Federico Pepe" userId="ebd157c5270be293" providerId="LiveId" clId="{CF3693D5-FEB2-42A7-BFDD-3AB6135DD855}" dt="2026-01-27T15:54:19.772" v="16482" actId="164"/>
          <ac:picMkLst>
            <pc:docMk/>
            <pc:sldMk cId="2328496004" sldId="345"/>
            <ac:picMk id="5" creationId="{393BA69A-A714-7877-2704-328A751E1FEA}"/>
          </ac:picMkLst>
        </pc:picChg>
        <pc:picChg chg="add mod">
          <ac:chgData name="Federico Pepe" userId="ebd157c5270be293" providerId="LiveId" clId="{CF3693D5-FEB2-42A7-BFDD-3AB6135DD855}" dt="2026-01-27T15:54:19.772" v="16482" actId="164"/>
          <ac:picMkLst>
            <pc:docMk/>
            <pc:sldMk cId="2328496004" sldId="345"/>
            <ac:picMk id="9" creationId="{6BFA77E7-2CE1-2EC2-9876-C22649E3E323}"/>
          </ac:picMkLst>
        </pc:picChg>
        <pc:picChg chg="del">
          <ac:chgData name="Federico Pepe" userId="ebd157c5270be293" providerId="LiveId" clId="{CF3693D5-FEB2-42A7-BFDD-3AB6135DD855}" dt="2026-01-27T15:53:22.191" v="16470" actId="478"/>
          <ac:picMkLst>
            <pc:docMk/>
            <pc:sldMk cId="2328496004" sldId="345"/>
            <ac:picMk id="13" creationId="{BAC13010-B64B-53BC-7869-F75158141D82}"/>
          </ac:picMkLst>
        </pc:picChg>
      </pc:sldChg>
      <pc:sldChg chg="addSp delSp modSp add mod">
        <pc:chgData name="Federico Pepe" userId="ebd157c5270be293" providerId="LiveId" clId="{CF3693D5-FEB2-42A7-BFDD-3AB6135DD855}" dt="2026-01-27T15:55:33.167" v="16515" actId="1076"/>
        <pc:sldMkLst>
          <pc:docMk/>
          <pc:sldMk cId="1120745496" sldId="346"/>
        </pc:sldMkLst>
        <pc:spChg chg="mod">
          <ac:chgData name="Federico Pepe" userId="ebd157c5270be293" providerId="LiveId" clId="{CF3693D5-FEB2-42A7-BFDD-3AB6135DD855}" dt="2026-01-27T15:54:40.055" v="16499" actId="20577"/>
          <ac:spMkLst>
            <pc:docMk/>
            <pc:sldMk cId="1120745496" sldId="346"/>
            <ac:spMk id="12" creationId="{EC2771EC-DB24-F40B-FCA2-492EFE3A8ECE}"/>
          </ac:spMkLst>
        </pc:spChg>
        <pc:grpChg chg="del">
          <ac:chgData name="Federico Pepe" userId="ebd157c5270be293" providerId="LiveId" clId="{CF3693D5-FEB2-42A7-BFDD-3AB6135DD855}" dt="2026-01-27T15:54:43.704" v="16500" actId="478"/>
          <ac:grpSpMkLst>
            <pc:docMk/>
            <pc:sldMk cId="1120745496" sldId="346"/>
            <ac:grpSpMk id="10" creationId="{9DA395D7-A610-D476-873D-3DDA11B3713D}"/>
          </ac:grpSpMkLst>
        </pc:grpChg>
        <pc:grpChg chg="add mod">
          <ac:chgData name="Federico Pepe" userId="ebd157c5270be293" providerId="LiveId" clId="{CF3693D5-FEB2-42A7-BFDD-3AB6135DD855}" dt="2026-01-27T15:55:33.167" v="16515" actId="1076"/>
          <ac:grpSpMkLst>
            <pc:docMk/>
            <pc:sldMk cId="1120745496" sldId="346"/>
            <ac:grpSpMk id="11" creationId="{5CCBC0A8-3281-B56F-C4BD-EF2FBFE7D71F}"/>
          </ac:grpSpMkLst>
        </pc:grpChg>
        <pc:picChg chg="add mod">
          <ac:chgData name="Federico Pepe" userId="ebd157c5270be293" providerId="LiveId" clId="{CF3693D5-FEB2-42A7-BFDD-3AB6135DD855}" dt="2026-01-27T15:55:29.528" v="16514" actId="164"/>
          <ac:picMkLst>
            <pc:docMk/>
            <pc:sldMk cId="1120745496" sldId="346"/>
            <ac:picMk id="5" creationId="{487FF8ED-8A3F-7800-CFF2-34E70F4472A8}"/>
          </ac:picMkLst>
        </pc:picChg>
        <pc:picChg chg="add mod">
          <ac:chgData name="Federico Pepe" userId="ebd157c5270be293" providerId="LiveId" clId="{CF3693D5-FEB2-42A7-BFDD-3AB6135DD855}" dt="2026-01-27T15:55:29.528" v="16514" actId="164"/>
          <ac:picMkLst>
            <pc:docMk/>
            <pc:sldMk cId="1120745496" sldId="346"/>
            <ac:picMk id="9" creationId="{320AC541-4BC3-B0ED-91D6-F22414909FE0}"/>
          </ac:picMkLst>
        </pc:picChg>
        <pc:picChg chg="del">
          <ac:chgData name="Federico Pepe" userId="ebd157c5270be293" providerId="LiveId" clId="{CF3693D5-FEB2-42A7-BFDD-3AB6135DD855}" dt="2026-01-27T15:54:44.229" v="16501" actId="478"/>
          <ac:picMkLst>
            <pc:docMk/>
            <pc:sldMk cId="1120745496" sldId="346"/>
            <ac:picMk id="13" creationId="{35B769A2-E05B-9948-B46A-15E74A148FC9}"/>
          </ac:picMkLst>
        </pc:picChg>
      </pc:sldChg>
      <pc:sldChg chg="modSp add mod">
        <pc:chgData name="Federico Pepe" userId="ebd157c5270be293" providerId="LiveId" clId="{CF3693D5-FEB2-42A7-BFDD-3AB6135DD855}" dt="2026-01-27T16:44:36.334" v="17575" actId="20577"/>
        <pc:sldMkLst>
          <pc:docMk/>
          <pc:sldMk cId="1691662424" sldId="347"/>
        </pc:sldMkLst>
        <pc:spChg chg="mod">
          <ac:chgData name="Federico Pepe" userId="ebd157c5270be293" providerId="LiveId" clId="{CF3693D5-FEB2-42A7-BFDD-3AB6135DD855}" dt="2026-01-27T16:44:36.334" v="17575" actId="20577"/>
          <ac:spMkLst>
            <pc:docMk/>
            <pc:sldMk cId="1691662424" sldId="347"/>
            <ac:spMk id="3" creationId="{81362B85-4598-68B0-1C13-AAC4BFB3E934}"/>
          </ac:spMkLst>
        </pc:spChg>
      </pc:sldChg>
      <pc:sldChg chg="modSp add del mod">
        <pc:chgData name="Federico Pepe" userId="ebd157c5270be293" providerId="LiveId" clId="{CF3693D5-FEB2-42A7-BFDD-3AB6135DD855}" dt="2026-01-27T16:09:34.763" v="16888" actId="47"/>
        <pc:sldMkLst>
          <pc:docMk/>
          <pc:sldMk cId="2083581369" sldId="347"/>
        </pc:sldMkLst>
        <pc:spChg chg="mod">
          <ac:chgData name="Federico Pepe" userId="ebd157c5270be293" providerId="LiveId" clId="{CF3693D5-FEB2-42A7-BFDD-3AB6135DD855}" dt="2026-01-27T16:06:11.383" v="16799" actId="20577"/>
          <ac:spMkLst>
            <pc:docMk/>
            <pc:sldMk cId="2083581369" sldId="347"/>
            <ac:spMk id="2" creationId="{F4FBC5FA-B40B-53EF-4063-37463F5A7CD9}"/>
          </ac:spMkLst>
        </pc:spChg>
      </pc:sldChg>
      <pc:sldChg chg="add">
        <pc:chgData name="Federico Pepe" userId="ebd157c5270be293" providerId="LiveId" clId="{CF3693D5-FEB2-42A7-BFDD-3AB6135DD855}" dt="2026-01-27T16:45:05.839" v="17576"/>
        <pc:sldMkLst>
          <pc:docMk/>
          <pc:sldMk cId="2138982647" sldId="348"/>
        </pc:sldMkLst>
      </pc:sldChg>
      <pc:sldChg chg="add del">
        <pc:chgData name="Federico Pepe" userId="ebd157c5270be293" providerId="LiveId" clId="{CF3693D5-FEB2-42A7-BFDD-3AB6135DD855}" dt="2026-01-27T16:06:30.331" v="16804" actId="47"/>
        <pc:sldMkLst>
          <pc:docMk/>
          <pc:sldMk cId="2267452734" sldId="348"/>
        </pc:sldMkLst>
      </pc:sldChg>
      <pc:sldChg chg="modSp add mod">
        <pc:chgData name="Federico Pepe" userId="ebd157c5270be293" providerId="LiveId" clId="{CF3693D5-FEB2-42A7-BFDD-3AB6135DD855}" dt="2026-01-27T16:47:04.300" v="17616" actId="20577"/>
        <pc:sldMkLst>
          <pc:docMk/>
          <pc:sldMk cId="1540886829" sldId="349"/>
        </pc:sldMkLst>
        <pc:spChg chg="mod">
          <ac:chgData name="Federico Pepe" userId="ebd157c5270be293" providerId="LiveId" clId="{CF3693D5-FEB2-42A7-BFDD-3AB6135DD855}" dt="2026-01-27T16:46:19.217" v="17610" actId="20577"/>
          <ac:spMkLst>
            <pc:docMk/>
            <pc:sldMk cId="1540886829" sldId="349"/>
            <ac:spMk id="3" creationId="{C9388D6D-4C81-2425-941C-EB6C06524257}"/>
          </ac:spMkLst>
        </pc:spChg>
        <pc:spChg chg="mod">
          <ac:chgData name="Federico Pepe" userId="ebd157c5270be293" providerId="LiveId" clId="{CF3693D5-FEB2-42A7-BFDD-3AB6135DD855}" dt="2026-01-27T16:47:04.300" v="17616" actId="20577"/>
          <ac:spMkLst>
            <pc:docMk/>
            <pc:sldMk cId="1540886829" sldId="349"/>
            <ac:spMk id="5" creationId="{D35A69C4-CFE1-F255-C191-E61EFD31B0A4}"/>
          </ac:spMkLst>
        </pc:spChg>
      </pc:sldChg>
      <pc:sldChg chg="addSp delSp modSp add mod">
        <pc:chgData name="Federico Pepe" userId="ebd157c5270be293" providerId="LiveId" clId="{CF3693D5-FEB2-42A7-BFDD-3AB6135DD855}" dt="2026-01-27T17:04:43.947" v="17661" actId="1076"/>
        <pc:sldMkLst>
          <pc:docMk/>
          <pc:sldMk cId="1158726843" sldId="350"/>
        </pc:sldMkLst>
        <pc:grpChg chg="del">
          <ac:chgData name="Federico Pepe" userId="ebd157c5270be293" providerId="LiveId" clId="{CF3693D5-FEB2-42A7-BFDD-3AB6135DD855}" dt="2026-01-27T17:02:22.179" v="17621" actId="478"/>
          <ac:grpSpMkLst>
            <pc:docMk/>
            <pc:sldMk cId="1158726843" sldId="350"/>
            <ac:grpSpMk id="10" creationId="{FBFD2431-19F5-55C6-E4B7-5FEC174F90A7}"/>
          </ac:grpSpMkLst>
        </pc:grpChg>
        <pc:grpChg chg="add mod">
          <ac:chgData name="Federico Pepe" userId="ebd157c5270be293" providerId="LiveId" clId="{CF3693D5-FEB2-42A7-BFDD-3AB6135DD855}" dt="2026-01-27T17:04:43.947" v="17661" actId="1076"/>
          <ac:grpSpMkLst>
            <pc:docMk/>
            <pc:sldMk cId="1158726843" sldId="350"/>
            <ac:grpSpMk id="15" creationId="{26ED5FD6-BE66-742E-FC0F-5237F0677136}"/>
          </ac:grpSpMkLst>
        </pc:grpChg>
        <pc:picChg chg="add mod">
          <ac:chgData name="Federico Pepe" userId="ebd157c5270be293" providerId="LiveId" clId="{CF3693D5-FEB2-42A7-BFDD-3AB6135DD855}" dt="2026-01-27T17:03:14.840" v="17637" actId="164"/>
          <ac:picMkLst>
            <pc:docMk/>
            <pc:sldMk cId="1158726843" sldId="350"/>
            <ac:picMk id="5" creationId="{ED3427C0-9ED4-AB45-184D-64EBC266B6C7}"/>
          </ac:picMkLst>
        </pc:picChg>
        <pc:picChg chg="add mod">
          <ac:chgData name="Federico Pepe" userId="ebd157c5270be293" providerId="LiveId" clId="{CF3693D5-FEB2-42A7-BFDD-3AB6135DD855}" dt="2026-01-27T17:03:29.254" v="17640" actId="1076"/>
          <ac:picMkLst>
            <pc:docMk/>
            <pc:sldMk cId="1158726843" sldId="350"/>
            <ac:picMk id="9" creationId="{B26877CD-E872-CFF4-0530-EDCCEBDE5817}"/>
          </ac:picMkLst>
        </pc:picChg>
        <pc:picChg chg="del">
          <ac:chgData name="Federico Pepe" userId="ebd157c5270be293" providerId="LiveId" clId="{CF3693D5-FEB2-42A7-BFDD-3AB6135DD855}" dt="2026-01-27T17:02:22.861" v="17622" actId="478"/>
          <ac:picMkLst>
            <pc:docMk/>
            <pc:sldMk cId="1158726843" sldId="350"/>
            <ac:picMk id="13" creationId="{408C4936-0E41-E581-D139-4389BB4E3A43}"/>
          </ac:picMkLst>
        </pc:picChg>
        <pc:picChg chg="add mod">
          <ac:chgData name="Federico Pepe" userId="ebd157c5270be293" providerId="LiveId" clId="{CF3693D5-FEB2-42A7-BFDD-3AB6135DD855}" dt="2026-01-27T17:03:14.840" v="17637" actId="164"/>
          <ac:picMkLst>
            <pc:docMk/>
            <pc:sldMk cId="1158726843" sldId="350"/>
            <ac:picMk id="14" creationId="{4EBA4F9F-D250-2733-450F-8F77222281CF}"/>
          </ac:picMkLst>
        </pc:picChg>
      </pc:sldChg>
      <pc:sldChg chg="addSp delSp modSp add mod">
        <pc:chgData name="Federico Pepe" userId="ebd157c5270be293" providerId="LiveId" clId="{CF3693D5-FEB2-42A7-BFDD-3AB6135DD855}" dt="2026-01-27T17:04:50.540" v="17662" actId="1076"/>
        <pc:sldMkLst>
          <pc:docMk/>
          <pc:sldMk cId="4153718735" sldId="351"/>
        </pc:sldMkLst>
        <pc:grpChg chg="del">
          <ac:chgData name="Federico Pepe" userId="ebd157c5270be293" providerId="LiveId" clId="{CF3693D5-FEB2-42A7-BFDD-3AB6135DD855}" dt="2026-01-27T17:03:34.724" v="17641" actId="478"/>
          <ac:grpSpMkLst>
            <pc:docMk/>
            <pc:sldMk cId="4153718735" sldId="351"/>
            <ac:grpSpMk id="11" creationId="{9A9B7605-A189-71C6-DFA7-A1CD716EF28B}"/>
          </ac:grpSpMkLst>
        </pc:grpChg>
        <pc:grpChg chg="add mod">
          <ac:chgData name="Federico Pepe" userId="ebd157c5270be293" providerId="LiveId" clId="{CF3693D5-FEB2-42A7-BFDD-3AB6135DD855}" dt="2026-01-27T17:04:39.744" v="17660" actId="1076"/>
          <ac:grpSpMkLst>
            <pc:docMk/>
            <pc:sldMk cId="4153718735" sldId="351"/>
            <ac:grpSpMk id="14" creationId="{2B831A4B-7BC6-C8DE-EEBC-BEB03196D8C7}"/>
          </ac:grpSpMkLst>
        </pc:grpChg>
        <pc:picChg chg="add mod">
          <ac:chgData name="Federico Pepe" userId="ebd157c5270be293" providerId="LiveId" clId="{CF3693D5-FEB2-42A7-BFDD-3AB6135DD855}" dt="2026-01-27T17:04:50.540" v="17662" actId="1076"/>
          <ac:picMkLst>
            <pc:docMk/>
            <pc:sldMk cId="4153718735" sldId="351"/>
            <ac:picMk id="6" creationId="{33C34D4E-C074-251B-4BCF-DE6354096D63}"/>
          </ac:picMkLst>
        </pc:picChg>
        <pc:picChg chg="add mod">
          <ac:chgData name="Federico Pepe" userId="ebd157c5270be293" providerId="LiveId" clId="{CF3693D5-FEB2-42A7-BFDD-3AB6135DD855}" dt="2026-01-27T17:04:34.048" v="17659" actId="164"/>
          <ac:picMkLst>
            <pc:docMk/>
            <pc:sldMk cId="4153718735" sldId="351"/>
            <ac:picMk id="8" creationId="{34C566DC-7972-32F7-3891-200136783EB7}"/>
          </ac:picMkLst>
        </pc:picChg>
        <pc:picChg chg="add mod">
          <ac:chgData name="Federico Pepe" userId="ebd157c5270be293" providerId="LiveId" clId="{CF3693D5-FEB2-42A7-BFDD-3AB6135DD855}" dt="2026-01-27T17:04:34.048" v="17659" actId="164"/>
          <ac:picMkLst>
            <pc:docMk/>
            <pc:sldMk cId="4153718735" sldId="351"/>
            <ac:picMk id="13" creationId="{C4545757-BACB-84FD-913F-3890B026A3D9}"/>
          </ac:picMkLst>
        </pc:picChg>
        <pc:picChg chg="del">
          <ac:chgData name="Federico Pepe" userId="ebd157c5270be293" providerId="LiveId" clId="{CF3693D5-FEB2-42A7-BFDD-3AB6135DD855}" dt="2026-01-27T17:03:35.437" v="17642" actId="478"/>
          <ac:picMkLst>
            <pc:docMk/>
            <pc:sldMk cId="4153718735" sldId="351"/>
            <ac:picMk id="15" creationId="{E0DC0737-7BDA-62B3-4B8C-2AA6FF84B657}"/>
          </ac:picMkLst>
        </pc:picChg>
      </pc:sldChg>
      <pc:sldChg chg="addSp delSp modSp add mod">
        <pc:chgData name="Federico Pepe" userId="ebd157c5270be293" providerId="LiveId" clId="{CF3693D5-FEB2-42A7-BFDD-3AB6135DD855}" dt="2026-01-27T17:06:08.161" v="17681" actId="1076"/>
        <pc:sldMkLst>
          <pc:docMk/>
          <pc:sldMk cId="1382079465" sldId="352"/>
        </pc:sldMkLst>
        <pc:grpChg chg="add mod">
          <ac:chgData name="Federico Pepe" userId="ebd157c5270be293" providerId="LiveId" clId="{CF3693D5-FEB2-42A7-BFDD-3AB6135DD855}" dt="2026-01-27T17:06:03.508" v="17680" actId="164"/>
          <ac:grpSpMkLst>
            <pc:docMk/>
            <pc:sldMk cId="1382079465" sldId="352"/>
            <ac:grpSpMk id="13" creationId="{3CF3099C-499E-E566-F0A7-7396FC82DE7B}"/>
          </ac:grpSpMkLst>
        </pc:grpChg>
        <pc:grpChg chg="del">
          <ac:chgData name="Federico Pepe" userId="ebd157c5270be293" providerId="LiveId" clId="{CF3693D5-FEB2-42A7-BFDD-3AB6135DD855}" dt="2026-01-27T17:04:58.562" v="17663" actId="478"/>
          <ac:grpSpMkLst>
            <pc:docMk/>
            <pc:sldMk cId="1382079465" sldId="352"/>
            <ac:grpSpMk id="15" creationId="{AADF432B-277E-A3E0-E306-0503E3E76091}"/>
          </ac:grpSpMkLst>
        </pc:grpChg>
        <pc:picChg chg="add mod">
          <ac:chgData name="Federico Pepe" userId="ebd157c5270be293" providerId="LiveId" clId="{CF3693D5-FEB2-42A7-BFDD-3AB6135DD855}" dt="2026-01-27T17:06:03.508" v="17680" actId="164"/>
          <ac:picMkLst>
            <pc:docMk/>
            <pc:sldMk cId="1382079465" sldId="352"/>
            <ac:picMk id="6" creationId="{CA7BAECC-4015-96DA-CEA5-B0ACF3BE394A}"/>
          </ac:picMkLst>
        </pc:picChg>
        <pc:picChg chg="add mod">
          <ac:chgData name="Federico Pepe" userId="ebd157c5270be293" providerId="LiveId" clId="{CF3693D5-FEB2-42A7-BFDD-3AB6135DD855}" dt="2026-01-27T17:06:08.161" v="17681" actId="1076"/>
          <ac:picMkLst>
            <pc:docMk/>
            <pc:sldMk cId="1382079465" sldId="352"/>
            <ac:picMk id="8" creationId="{89280D39-D062-F7DF-3135-FCD43DBEEC28}"/>
          </ac:picMkLst>
        </pc:picChg>
        <pc:picChg chg="del">
          <ac:chgData name="Federico Pepe" userId="ebd157c5270be293" providerId="LiveId" clId="{CF3693D5-FEB2-42A7-BFDD-3AB6135DD855}" dt="2026-01-27T17:04:59.487" v="17664" actId="478"/>
          <ac:picMkLst>
            <pc:docMk/>
            <pc:sldMk cId="1382079465" sldId="352"/>
            <ac:picMk id="9" creationId="{C84F6FA7-C73E-A900-1506-DD18A743FF40}"/>
          </ac:picMkLst>
        </pc:picChg>
        <pc:picChg chg="add mod">
          <ac:chgData name="Federico Pepe" userId="ebd157c5270be293" providerId="LiveId" clId="{CF3693D5-FEB2-42A7-BFDD-3AB6135DD855}" dt="2026-01-27T17:06:03.508" v="17680" actId="164"/>
          <ac:picMkLst>
            <pc:docMk/>
            <pc:sldMk cId="1382079465" sldId="352"/>
            <ac:picMk id="11" creationId="{5039B4BE-ECFD-FCD4-AE0E-C67F22F0DDA4}"/>
          </ac:picMkLst>
        </pc:picChg>
      </pc:sldChg>
      <pc:sldChg chg="addSp delSp modSp add mod">
        <pc:chgData name="Federico Pepe" userId="ebd157c5270be293" providerId="LiveId" clId="{CF3693D5-FEB2-42A7-BFDD-3AB6135DD855}" dt="2026-01-27T17:07:41.892" v="17705" actId="1076"/>
        <pc:sldMkLst>
          <pc:docMk/>
          <pc:sldMk cId="2208455678" sldId="353"/>
        </pc:sldMkLst>
        <pc:grpChg chg="add del mod">
          <ac:chgData name="Federico Pepe" userId="ebd157c5270be293" providerId="LiveId" clId="{CF3693D5-FEB2-42A7-BFDD-3AB6135DD855}" dt="2026-01-27T17:07:23.284" v="17699" actId="164"/>
          <ac:grpSpMkLst>
            <pc:docMk/>
            <pc:sldMk cId="2208455678" sldId="353"/>
            <ac:grpSpMk id="10" creationId="{C8B9DBA8-F626-F524-47CF-253F1E4EB569}"/>
          </ac:grpSpMkLst>
        </pc:grpChg>
        <pc:grpChg chg="del">
          <ac:chgData name="Federico Pepe" userId="ebd157c5270be293" providerId="LiveId" clId="{CF3693D5-FEB2-42A7-BFDD-3AB6135DD855}" dt="2026-01-27T17:06:13.367" v="17682" actId="478"/>
          <ac:grpSpMkLst>
            <pc:docMk/>
            <pc:sldMk cId="2208455678" sldId="353"/>
            <ac:grpSpMk id="11" creationId="{E5814E34-9B2F-E265-996E-69B76FE81AFF}"/>
          </ac:grpSpMkLst>
        </pc:grpChg>
        <pc:grpChg chg="add mod">
          <ac:chgData name="Federico Pepe" userId="ebd157c5270be293" providerId="LiveId" clId="{CF3693D5-FEB2-42A7-BFDD-3AB6135DD855}" dt="2026-01-27T17:07:41.892" v="17705" actId="1076"/>
          <ac:grpSpMkLst>
            <pc:docMk/>
            <pc:sldMk cId="2208455678" sldId="353"/>
            <ac:grpSpMk id="13" creationId="{CAE41D13-08AA-63B0-6260-0BF8DE4F95CE}"/>
          </ac:grpSpMkLst>
        </pc:grpChg>
        <pc:picChg chg="add mod topLvl">
          <ac:chgData name="Federico Pepe" userId="ebd157c5270be293" providerId="LiveId" clId="{CF3693D5-FEB2-42A7-BFDD-3AB6135DD855}" dt="2026-01-27T17:07:39.231" v="17704" actId="164"/>
          <ac:picMkLst>
            <pc:docMk/>
            <pc:sldMk cId="2208455678" sldId="353"/>
            <ac:picMk id="6" creationId="{EB48B20B-12E9-5463-CA1D-C95B6431A9A9}"/>
          </ac:picMkLst>
        </pc:picChg>
        <pc:picChg chg="add mod topLvl">
          <ac:chgData name="Federico Pepe" userId="ebd157c5270be293" providerId="LiveId" clId="{CF3693D5-FEB2-42A7-BFDD-3AB6135DD855}" dt="2026-01-27T17:07:39.231" v="17704" actId="164"/>
          <ac:picMkLst>
            <pc:docMk/>
            <pc:sldMk cId="2208455678" sldId="353"/>
            <ac:picMk id="8" creationId="{97534623-E47E-6C1A-470D-7C918F0B41C4}"/>
          </ac:picMkLst>
        </pc:picChg>
      </pc:sldChg>
      <pc:sldChg chg="addSp delSp modSp add mod">
        <pc:chgData name="Federico Pepe" userId="ebd157c5270be293" providerId="LiveId" clId="{CF3693D5-FEB2-42A7-BFDD-3AB6135DD855}" dt="2026-01-27T17:08:54.167" v="17725" actId="1076"/>
        <pc:sldMkLst>
          <pc:docMk/>
          <pc:sldMk cId="1889263262" sldId="354"/>
        </pc:sldMkLst>
        <pc:grpChg chg="add mod">
          <ac:chgData name="Federico Pepe" userId="ebd157c5270be293" providerId="LiveId" clId="{CF3693D5-FEB2-42A7-BFDD-3AB6135DD855}" dt="2026-01-27T17:08:48.785" v="17724" actId="1076"/>
          <ac:grpSpMkLst>
            <pc:docMk/>
            <pc:sldMk cId="1889263262" sldId="354"/>
            <ac:grpSpMk id="13" creationId="{BDDBE848-F0C3-2DE0-F12B-305079F4A3C0}"/>
          </ac:grpSpMkLst>
        </pc:grpChg>
        <pc:grpChg chg="del">
          <ac:chgData name="Federico Pepe" userId="ebd157c5270be293" providerId="LiveId" clId="{CF3693D5-FEB2-42A7-BFDD-3AB6135DD855}" dt="2026-01-27T17:07:48.251" v="17706" actId="478"/>
          <ac:grpSpMkLst>
            <pc:docMk/>
            <pc:sldMk cId="1889263262" sldId="354"/>
            <ac:grpSpMk id="15" creationId="{15F7792B-F2EF-D7D8-9838-A0B870996629}"/>
          </ac:grpSpMkLst>
        </pc:grpChg>
        <pc:picChg chg="add mod">
          <ac:chgData name="Federico Pepe" userId="ebd157c5270be293" providerId="LiveId" clId="{CF3693D5-FEB2-42A7-BFDD-3AB6135DD855}" dt="2026-01-27T17:08:43.888" v="17723" actId="164"/>
          <ac:picMkLst>
            <pc:docMk/>
            <pc:sldMk cId="1889263262" sldId="354"/>
            <ac:picMk id="6" creationId="{ABC51DCB-2502-9818-3162-138F7F5B0906}"/>
          </ac:picMkLst>
        </pc:picChg>
        <pc:picChg chg="add mod">
          <ac:chgData name="Federico Pepe" userId="ebd157c5270be293" providerId="LiveId" clId="{CF3693D5-FEB2-42A7-BFDD-3AB6135DD855}" dt="2026-01-27T17:08:54.167" v="17725" actId="1076"/>
          <ac:picMkLst>
            <pc:docMk/>
            <pc:sldMk cId="1889263262" sldId="354"/>
            <ac:picMk id="8" creationId="{D9BF05A5-DDC2-2952-EC4F-71A9BF364ABA}"/>
          </ac:picMkLst>
        </pc:picChg>
        <pc:picChg chg="del">
          <ac:chgData name="Federico Pepe" userId="ebd157c5270be293" providerId="LiveId" clId="{CF3693D5-FEB2-42A7-BFDD-3AB6135DD855}" dt="2026-01-27T17:07:49.171" v="17707" actId="478"/>
          <ac:picMkLst>
            <pc:docMk/>
            <pc:sldMk cId="1889263262" sldId="354"/>
            <ac:picMk id="9" creationId="{E0C4B3A0-9287-1243-ED61-8D584467F12F}"/>
          </ac:picMkLst>
        </pc:picChg>
        <pc:picChg chg="add mod">
          <ac:chgData name="Federico Pepe" userId="ebd157c5270be293" providerId="LiveId" clId="{CF3693D5-FEB2-42A7-BFDD-3AB6135DD855}" dt="2026-01-27T17:08:43.888" v="17723" actId="164"/>
          <ac:picMkLst>
            <pc:docMk/>
            <pc:sldMk cId="1889263262" sldId="354"/>
            <ac:picMk id="11" creationId="{48D383D6-644F-7F96-8511-E7D63FA32B93}"/>
          </ac:picMkLst>
        </pc:picChg>
      </pc:sldChg>
      <pc:sldChg chg="addSp delSp modSp add mod">
        <pc:chgData name="Federico Pepe" userId="ebd157c5270be293" providerId="LiveId" clId="{CF3693D5-FEB2-42A7-BFDD-3AB6135DD855}" dt="2026-01-27T17:09:54.917" v="17741" actId="1076"/>
        <pc:sldMkLst>
          <pc:docMk/>
          <pc:sldMk cId="2990739777" sldId="355"/>
        </pc:sldMkLst>
        <pc:grpChg chg="add mod">
          <ac:chgData name="Federico Pepe" userId="ebd157c5270be293" providerId="LiveId" clId="{CF3693D5-FEB2-42A7-BFDD-3AB6135DD855}" dt="2026-01-27T17:09:54.917" v="17741" actId="1076"/>
          <ac:grpSpMkLst>
            <pc:docMk/>
            <pc:sldMk cId="2990739777" sldId="355"/>
            <ac:grpSpMk id="10" creationId="{42238473-EF57-6B5B-2A24-96DEF84A8676}"/>
          </ac:grpSpMkLst>
        </pc:grpChg>
        <pc:grpChg chg="del">
          <ac:chgData name="Federico Pepe" userId="ebd157c5270be293" providerId="LiveId" clId="{CF3693D5-FEB2-42A7-BFDD-3AB6135DD855}" dt="2026-01-27T17:08:58.537" v="17726" actId="478"/>
          <ac:grpSpMkLst>
            <pc:docMk/>
            <pc:sldMk cId="2990739777" sldId="355"/>
            <ac:grpSpMk id="11" creationId="{87BA2E84-85AD-5D9B-1560-FE94E36E94CC}"/>
          </ac:grpSpMkLst>
        </pc:grpChg>
        <pc:picChg chg="add mod">
          <ac:chgData name="Federico Pepe" userId="ebd157c5270be293" providerId="LiveId" clId="{CF3693D5-FEB2-42A7-BFDD-3AB6135DD855}" dt="2026-01-27T17:09:46.319" v="17739" actId="164"/>
          <ac:picMkLst>
            <pc:docMk/>
            <pc:sldMk cId="2990739777" sldId="355"/>
            <ac:picMk id="6" creationId="{047E69A9-D153-707C-BCF7-06D85EEE3050}"/>
          </ac:picMkLst>
        </pc:picChg>
        <pc:picChg chg="add mod">
          <ac:chgData name="Federico Pepe" userId="ebd157c5270be293" providerId="LiveId" clId="{CF3693D5-FEB2-42A7-BFDD-3AB6135DD855}" dt="2026-01-27T17:09:46.319" v="17739" actId="164"/>
          <ac:picMkLst>
            <pc:docMk/>
            <pc:sldMk cId="2990739777" sldId="355"/>
            <ac:picMk id="8" creationId="{17AA2BBA-BCAE-C7F9-6912-D9A54153668F}"/>
          </ac:picMkLst>
        </pc:picChg>
      </pc:sldChg>
      <pc:sldChg chg="addSp delSp modSp add mod">
        <pc:chgData name="Federico Pepe" userId="ebd157c5270be293" providerId="LiveId" clId="{CF3693D5-FEB2-42A7-BFDD-3AB6135DD855}" dt="2026-01-27T17:10:43.805" v="17755" actId="1076"/>
        <pc:sldMkLst>
          <pc:docMk/>
          <pc:sldMk cId="2111938507" sldId="356"/>
        </pc:sldMkLst>
        <pc:grpChg chg="add mod">
          <ac:chgData name="Federico Pepe" userId="ebd157c5270be293" providerId="LiveId" clId="{CF3693D5-FEB2-42A7-BFDD-3AB6135DD855}" dt="2026-01-27T17:10:43.805" v="17755" actId="1076"/>
          <ac:grpSpMkLst>
            <pc:docMk/>
            <pc:sldMk cId="2111938507" sldId="356"/>
            <ac:grpSpMk id="10" creationId="{272698B2-FDF0-D84E-EF46-8FDD5D8210D4}"/>
          </ac:grpSpMkLst>
        </pc:grpChg>
        <pc:grpChg chg="del">
          <ac:chgData name="Federico Pepe" userId="ebd157c5270be293" providerId="LiveId" clId="{CF3693D5-FEB2-42A7-BFDD-3AB6135DD855}" dt="2026-01-27T17:10:00.417" v="17742" actId="478"/>
          <ac:grpSpMkLst>
            <pc:docMk/>
            <pc:sldMk cId="2111938507" sldId="356"/>
            <ac:grpSpMk id="11" creationId="{A2E04517-4A73-6D22-918A-5ADDA3383061}"/>
          </ac:grpSpMkLst>
        </pc:grpChg>
        <pc:picChg chg="add mod">
          <ac:chgData name="Federico Pepe" userId="ebd157c5270be293" providerId="LiveId" clId="{CF3693D5-FEB2-42A7-BFDD-3AB6135DD855}" dt="2026-01-27T17:10:39.407" v="17754" actId="164"/>
          <ac:picMkLst>
            <pc:docMk/>
            <pc:sldMk cId="2111938507" sldId="356"/>
            <ac:picMk id="6" creationId="{EEDFA1FC-FB11-380E-2B82-DA0E0BC12D37}"/>
          </ac:picMkLst>
        </pc:picChg>
        <pc:picChg chg="add mod">
          <ac:chgData name="Federico Pepe" userId="ebd157c5270be293" providerId="LiveId" clId="{CF3693D5-FEB2-42A7-BFDD-3AB6135DD855}" dt="2026-01-27T17:10:39.407" v="17754" actId="164"/>
          <ac:picMkLst>
            <pc:docMk/>
            <pc:sldMk cId="2111938507" sldId="356"/>
            <ac:picMk id="8" creationId="{FA1882A8-8E60-5165-7980-A04C426224E6}"/>
          </ac:picMkLst>
        </pc:picChg>
      </pc:sldChg>
      <pc:sldChg chg="addSp delSp modSp add mod">
        <pc:chgData name="Federico Pepe" userId="ebd157c5270be293" providerId="LiveId" clId="{CF3693D5-FEB2-42A7-BFDD-3AB6135DD855}" dt="2026-01-27T17:12:05.894" v="17784" actId="1076"/>
        <pc:sldMkLst>
          <pc:docMk/>
          <pc:sldMk cId="4202021658" sldId="357"/>
        </pc:sldMkLst>
        <pc:spChg chg="mod">
          <ac:chgData name="Federico Pepe" userId="ebd157c5270be293" providerId="LiveId" clId="{CF3693D5-FEB2-42A7-BFDD-3AB6135DD855}" dt="2026-01-27T17:11:12.973" v="17772" actId="20577"/>
          <ac:spMkLst>
            <pc:docMk/>
            <pc:sldMk cId="4202021658" sldId="357"/>
            <ac:spMk id="12" creationId="{75E39D52-A096-8191-DBDA-5CDA37E3EFBC}"/>
          </ac:spMkLst>
        </pc:spChg>
        <pc:grpChg chg="del">
          <ac:chgData name="Federico Pepe" userId="ebd157c5270be293" providerId="LiveId" clId="{CF3693D5-FEB2-42A7-BFDD-3AB6135DD855}" dt="2026-01-27T17:10:50.425" v="17756" actId="478"/>
          <ac:grpSpMkLst>
            <pc:docMk/>
            <pc:sldMk cId="4202021658" sldId="357"/>
            <ac:grpSpMk id="11" creationId="{00072634-0266-AC01-57AA-A5D0F4CEE2AF}"/>
          </ac:grpSpMkLst>
        </pc:grpChg>
        <pc:grpChg chg="add mod">
          <ac:chgData name="Federico Pepe" userId="ebd157c5270be293" providerId="LiveId" clId="{CF3693D5-FEB2-42A7-BFDD-3AB6135DD855}" dt="2026-01-27T17:12:02.751" v="17783" actId="164"/>
          <ac:grpSpMkLst>
            <pc:docMk/>
            <pc:sldMk cId="4202021658" sldId="357"/>
            <ac:grpSpMk id="14" creationId="{88B9EEE2-96B2-A369-4730-6F531A616022}"/>
          </ac:grpSpMkLst>
        </pc:grpChg>
        <pc:picChg chg="add mod">
          <ac:chgData name="Federico Pepe" userId="ebd157c5270be293" providerId="LiveId" clId="{CF3693D5-FEB2-42A7-BFDD-3AB6135DD855}" dt="2026-01-27T17:12:02.751" v="17783" actId="164"/>
          <ac:picMkLst>
            <pc:docMk/>
            <pc:sldMk cId="4202021658" sldId="357"/>
            <ac:picMk id="6" creationId="{41226E0E-7C5F-B976-71F5-4D32DD2FDC59}"/>
          </ac:picMkLst>
        </pc:picChg>
        <pc:picChg chg="add mod">
          <ac:chgData name="Federico Pepe" userId="ebd157c5270be293" providerId="LiveId" clId="{CF3693D5-FEB2-42A7-BFDD-3AB6135DD855}" dt="2026-01-27T17:12:05.894" v="17784" actId="1076"/>
          <ac:picMkLst>
            <pc:docMk/>
            <pc:sldMk cId="4202021658" sldId="357"/>
            <ac:picMk id="8" creationId="{A800F91D-85B1-8967-7A7E-68585D697659}"/>
          </ac:picMkLst>
        </pc:picChg>
        <pc:picChg chg="add mod">
          <ac:chgData name="Federico Pepe" userId="ebd157c5270be293" providerId="LiveId" clId="{CF3693D5-FEB2-42A7-BFDD-3AB6135DD855}" dt="2026-01-27T17:12:02.751" v="17783" actId="164"/>
          <ac:picMkLst>
            <pc:docMk/>
            <pc:sldMk cId="4202021658" sldId="357"/>
            <ac:picMk id="13" creationId="{02F7DF68-5D23-196A-3002-12938CB4CACC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jpe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jpe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jpeg"/></Relationships>
</file>

<file path=ppt/diagrams/_rels/data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jpeg"/></Relationships>
</file>

<file path=ppt/diagrams/_rels/data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jpe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jpeg"/></Relationships>
</file>

<file path=ppt/diagram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jpeg"/></Relationships>
</file>

<file path=ppt/diagrams/_rels/drawing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4D315E-CE19-4B0B-A753-AAD037145B78}" type="doc">
      <dgm:prSet loTypeId="urn:microsoft.com/office/officeart/2018/5/layout/IconCircleLabelList" loCatId="icon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5873FC5-7B3E-463A-87E0-DA95D3C1F9F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dirty="0"/>
            <a:t>Introduzione</a:t>
          </a:r>
          <a:endParaRPr lang="en-US" dirty="0"/>
        </a:p>
      </dgm:t>
    </dgm:pt>
    <dgm:pt modelId="{362B6ADA-768E-472A-B546-D53F5F7177E3}" type="parTrans" cxnId="{53216FE8-3675-49A4-B79B-BD05FD75A925}">
      <dgm:prSet/>
      <dgm:spPr/>
      <dgm:t>
        <a:bodyPr/>
        <a:lstStyle/>
        <a:p>
          <a:endParaRPr lang="en-US"/>
        </a:p>
      </dgm:t>
    </dgm:pt>
    <dgm:pt modelId="{E4AEABD7-271A-46AC-9576-1BEAF312C673}" type="sibTrans" cxnId="{53216FE8-3675-49A4-B79B-BD05FD75A925}">
      <dgm:prSet/>
      <dgm:spPr/>
      <dgm:t>
        <a:bodyPr/>
        <a:lstStyle/>
        <a:p>
          <a:endParaRPr lang="en-US"/>
        </a:p>
      </dgm:t>
    </dgm:pt>
    <dgm:pt modelId="{CFB53D22-750D-481F-B31F-FD10916A9AF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dirty="0">
              <a:solidFill>
                <a:schemeClr val="bg1">
                  <a:lumMod val="75000"/>
                </a:schemeClr>
              </a:solidFill>
            </a:rPr>
            <a:t>Modello </a:t>
          </a:r>
          <a:endParaRPr lang="en-US" dirty="0">
            <a:solidFill>
              <a:schemeClr val="bg1">
                <a:lumMod val="75000"/>
              </a:schemeClr>
            </a:solidFill>
          </a:endParaRPr>
        </a:p>
      </dgm:t>
    </dgm:pt>
    <dgm:pt modelId="{FE7B4F45-6A40-4664-954D-92A4180AB8F7}" type="parTrans" cxnId="{017B0C93-39D2-4519-9BBD-F02BAB0B7786}">
      <dgm:prSet/>
      <dgm:spPr/>
      <dgm:t>
        <a:bodyPr/>
        <a:lstStyle/>
        <a:p>
          <a:endParaRPr lang="en-US"/>
        </a:p>
      </dgm:t>
    </dgm:pt>
    <dgm:pt modelId="{4E77BB79-6F4E-4533-81E8-40A5E9A82B38}" type="sibTrans" cxnId="{017B0C93-39D2-4519-9BBD-F02BAB0B7786}">
      <dgm:prSet/>
      <dgm:spPr/>
      <dgm:t>
        <a:bodyPr/>
        <a:lstStyle/>
        <a:p>
          <a:endParaRPr lang="en-US"/>
        </a:p>
      </dgm:t>
    </dgm:pt>
    <dgm:pt modelId="{53E2A203-F08D-4E61-9B6C-8F0A58F0B92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dirty="0">
              <a:solidFill>
                <a:schemeClr val="bg1">
                  <a:lumMod val="75000"/>
                </a:schemeClr>
              </a:solidFill>
            </a:rPr>
            <a:t>Modelli Migliorativi </a:t>
          </a:r>
          <a:endParaRPr lang="en-US" dirty="0">
            <a:solidFill>
              <a:schemeClr val="bg1">
                <a:lumMod val="75000"/>
              </a:schemeClr>
            </a:solidFill>
          </a:endParaRPr>
        </a:p>
      </dgm:t>
    </dgm:pt>
    <dgm:pt modelId="{597555BE-F453-49EC-A638-D3DFFF84561E}" type="parTrans" cxnId="{5DE934A3-727B-4DF2-9509-94B7BC895BEA}">
      <dgm:prSet/>
      <dgm:spPr/>
      <dgm:t>
        <a:bodyPr/>
        <a:lstStyle/>
        <a:p>
          <a:endParaRPr lang="en-US"/>
        </a:p>
      </dgm:t>
    </dgm:pt>
    <dgm:pt modelId="{AD2DA7B0-16A4-4058-A0B8-E5A56C011467}" type="sibTrans" cxnId="{5DE934A3-727B-4DF2-9509-94B7BC895BEA}">
      <dgm:prSet/>
      <dgm:spPr/>
      <dgm:t>
        <a:bodyPr/>
        <a:lstStyle/>
        <a:p>
          <a:endParaRPr lang="en-US"/>
        </a:p>
      </dgm:t>
    </dgm:pt>
    <dgm:pt modelId="{EA3DB4B4-9553-456F-BD54-F413AFF2FAE0}" type="pres">
      <dgm:prSet presAssocID="{B64D315E-CE19-4B0B-A753-AAD037145B78}" presName="root" presStyleCnt="0">
        <dgm:presLayoutVars>
          <dgm:dir/>
          <dgm:resizeHandles val="exact"/>
        </dgm:presLayoutVars>
      </dgm:prSet>
      <dgm:spPr/>
    </dgm:pt>
    <dgm:pt modelId="{99BBAFD6-8ACD-4440-9941-856BCD99B920}" type="pres">
      <dgm:prSet presAssocID="{25873FC5-7B3E-463A-87E0-DA95D3C1F9F7}" presName="compNode" presStyleCnt="0"/>
      <dgm:spPr/>
    </dgm:pt>
    <dgm:pt modelId="{6D242A5F-6AC6-40B1-A5B1-E2298C69B753}" type="pres">
      <dgm:prSet presAssocID="{25873FC5-7B3E-463A-87E0-DA95D3C1F9F7}" presName="iconBgRect" presStyleLbl="bgShp" presStyleIdx="0" presStyleCnt="3"/>
      <dgm:spPr>
        <a:solidFill>
          <a:srgbClr val="A2BE98"/>
        </a:solidFill>
      </dgm:spPr>
    </dgm:pt>
    <dgm:pt modelId="{8588F197-B803-4F60-92B5-352550D16742}" type="pres">
      <dgm:prSet presAssocID="{25873FC5-7B3E-463A-87E0-DA95D3C1F9F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ente"/>
        </a:ext>
      </dgm:extLst>
    </dgm:pt>
    <dgm:pt modelId="{18609A31-3797-4DCA-9BBC-82BAF3463DAF}" type="pres">
      <dgm:prSet presAssocID="{25873FC5-7B3E-463A-87E0-DA95D3C1F9F7}" presName="spaceRect" presStyleCnt="0"/>
      <dgm:spPr/>
    </dgm:pt>
    <dgm:pt modelId="{FFD0A692-3F7C-480B-B04D-D51489408BB0}" type="pres">
      <dgm:prSet presAssocID="{25873FC5-7B3E-463A-87E0-DA95D3C1F9F7}" presName="textRect" presStyleLbl="revTx" presStyleIdx="0" presStyleCnt="3">
        <dgm:presLayoutVars>
          <dgm:chMax val="1"/>
          <dgm:chPref val="1"/>
        </dgm:presLayoutVars>
      </dgm:prSet>
      <dgm:spPr/>
    </dgm:pt>
    <dgm:pt modelId="{E5E44A3B-0A29-4F74-B1B6-663C9BDD79EE}" type="pres">
      <dgm:prSet presAssocID="{E4AEABD7-271A-46AC-9576-1BEAF312C673}" presName="sibTrans" presStyleCnt="0"/>
      <dgm:spPr/>
    </dgm:pt>
    <dgm:pt modelId="{DDFB33C8-082A-496F-AAED-F70DBB64C7CB}" type="pres">
      <dgm:prSet presAssocID="{CFB53D22-750D-481F-B31F-FD10916A9AFC}" presName="compNode" presStyleCnt="0"/>
      <dgm:spPr/>
    </dgm:pt>
    <dgm:pt modelId="{B3594A0A-A184-4ABF-AD87-3CD189E430BA}" type="pres">
      <dgm:prSet presAssocID="{CFB53D22-750D-481F-B31F-FD10916A9AFC}" presName="iconBgRect" presStyleLbl="bgShp" presStyleIdx="1" presStyleCnt="3"/>
      <dgm:spPr/>
    </dgm:pt>
    <dgm:pt modelId="{FC213D18-D6BD-4C2F-AF74-61D1FEA9EBDE}" type="pres">
      <dgm:prSet presAssocID="{CFB53D22-750D-481F-B31F-FD10916A9AF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86B39FC4-6905-4E8B-A31D-1EF168215E1D}" type="pres">
      <dgm:prSet presAssocID="{CFB53D22-750D-481F-B31F-FD10916A9AFC}" presName="spaceRect" presStyleCnt="0"/>
      <dgm:spPr/>
    </dgm:pt>
    <dgm:pt modelId="{7AA6809E-C9F4-458B-84FC-F390E1A2732C}" type="pres">
      <dgm:prSet presAssocID="{CFB53D22-750D-481F-B31F-FD10916A9AFC}" presName="textRect" presStyleLbl="revTx" presStyleIdx="1" presStyleCnt="3">
        <dgm:presLayoutVars>
          <dgm:chMax val="1"/>
          <dgm:chPref val="1"/>
        </dgm:presLayoutVars>
      </dgm:prSet>
      <dgm:spPr/>
    </dgm:pt>
    <dgm:pt modelId="{7DCC96BE-4981-47D0-81C1-FDB3BAA1B886}" type="pres">
      <dgm:prSet presAssocID="{4E77BB79-6F4E-4533-81E8-40A5E9A82B38}" presName="sibTrans" presStyleCnt="0"/>
      <dgm:spPr/>
    </dgm:pt>
    <dgm:pt modelId="{D9A40648-6DDD-4215-A98A-83CB9975BBB3}" type="pres">
      <dgm:prSet presAssocID="{53E2A203-F08D-4E61-9B6C-8F0A58F0B929}" presName="compNode" presStyleCnt="0"/>
      <dgm:spPr/>
    </dgm:pt>
    <dgm:pt modelId="{0707B2E2-F00B-480C-8DD5-86B2D216279B}" type="pres">
      <dgm:prSet presAssocID="{53E2A203-F08D-4E61-9B6C-8F0A58F0B929}" presName="iconBgRect" presStyleLbl="bgShp" presStyleIdx="2" presStyleCnt="3"/>
      <dgm:spPr/>
    </dgm:pt>
    <dgm:pt modelId="{3CF62852-2374-49E4-AB77-6B1630BD2D5D}" type="pres">
      <dgm:prSet presAssocID="{53E2A203-F08D-4E61-9B6C-8F0A58F0B92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FC09CC43-2A0E-46E9-992E-84151468EF6D}" type="pres">
      <dgm:prSet presAssocID="{53E2A203-F08D-4E61-9B6C-8F0A58F0B929}" presName="spaceRect" presStyleCnt="0"/>
      <dgm:spPr/>
    </dgm:pt>
    <dgm:pt modelId="{268A11CF-BC2C-4D3C-8AC6-1B75AC96879E}" type="pres">
      <dgm:prSet presAssocID="{53E2A203-F08D-4E61-9B6C-8F0A58F0B92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A22A324-1CF0-4F14-BCF3-A527752A146D}" type="presOf" srcId="{B64D315E-CE19-4B0B-A753-AAD037145B78}" destId="{EA3DB4B4-9553-456F-BD54-F413AFF2FAE0}" srcOrd="0" destOrd="0" presId="urn:microsoft.com/office/officeart/2018/5/layout/IconCircleLabelList"/>
    <dgm:cxn modelId="{77B1322B-1DAE-48C6-B134-5F656EDD469D}" type="presOf" srcId="{CFB53D22-750D-481F-B31F-FD10916A9AFC}" destId="{7AA6809E-C9F4-458B-84FC-F390E1A2732C}" srcOrd="0" destOrd="0" presId="urn:microsoft.com/office/officeart/2018/5/layout/IconCircleLabelList"/>
    <dgm:cxn modelId="{0E91A22B-9194-4BCF-8A91-5196A7387A7B}" type="presOf" srcId="{25873FC5-7B3E-463A-87E0-DA95D3C1F9F7}" destId="{FFD0A692-3F7C-480B-B04D-D51489408BB0}" srcOrd="0" destOrd="0" presId="urn:microsoft.com/office/officeart/2018/5/layout/IconCircleLabelList"/>
    <dgm:cxn modelId="{76C62A41-E1CF-42FE-A75C-13A3435D48DC}" type="presOf" srcId="{53E2A203-F08D-4E61-9B6C-8F0A58F0B929}" destId="{268A11CF-BC2C-4D3C-8AC6-1B75AC96879E}" srcOrd="0" destOrd="0" presId="urn:microsoft.com/office/officeart/2018/5/layout/IconCircleLabelList"/>
    <dgm:cxn modelId="{017B0C93-39D2-4519-9BBD-F02BAB0B7786}" srcId="{B64D315E-CE19-4B0B-A753-AAD037145B78}" destId="{CFB53D22-750D-481F-B31F-FD10916A9AFC}" srcOrd="1" destOrd="0" parTransId="{FE7B4F45-6A40-4664-954D-92A4180AB8F7}" sibTransId="{4E77BB79-6F4E-4533-81E8-40A5E9A82B38}"/>
    <dgm:cxn modelId="{5DE934A3-727B-4DF2-9509-94B7BC895BEA}" srcId="{B64D315E-CE19-4B0B-A753-AAD037145B78}" destId="{53E2A203-F08D-4E61-9B6C-8F0A58F0B929}" srcOrd="2" destOrd="0" parTransId="{597555BE-F453-49EC-A638-D3DFFF84561E}" sibTransId="{AD2DA7B0-16A4-4058-A0B8-E5A56C011467}"/>
    <dgm:cxn modelId="{53216FE8-3675-49A4-B79B-BD05FD75A925}" srcId="{B64D315E-CE19-4B0B-A753-AAD037145B78}" destId="{25873FC5-7B3E-463A-87E0-DA95D3C1F9F7}" srcOrd="0" destOrd="0" parTransId="{362B6ADA-768E-472A-B546-D53F5F7177E3}" sibTransId="{E4AEABD7-271A-46AC-9576-1BEAF312C673}"/>
    <dgm:cxn modelId="{411AE5B0-B27D-442E-A5FE-B0B639E65517}" type="presParOf" srcId="{EA3DB4B4-9553-456F-BD54-F413AFF2FAE0}" destId="{99BBAFD6-8ACD-4440-9941-856BCD99B920}" srcOrd="0" destOrd="0" presId="urn:microsoft.com/office/officeart/2018/5/layout/IconCircleLabelList"/>
    <dgm:cxn modelId="{94840422-43A9-4E2B-AAD7-B7C843994779}" type="presParOf" srcId="{99BBAFD6-8ACD-4440-9941-856BCD99B920}" destId="{6D242A5F-6AC6-40B1-A5B1-E2298C69B753}" srcOrd="0" destOrd="0" presId="urn:microsoft.com/office/officeart/2018/5/layout/IconCircleLabelList"/>
    <dgm:cxn modelId="{4BE605D8-848F-46AC-B2A5-0E4D84BF2907}" type="presParOf" srcId="{99BBAFD6-8ACD-4440-9941-856BCD99B920}" destId="{8588F197-B803-4F60-92B5-352550D16742}" srcOrd="1" destOrd="0" presId="urn:microsoft.com/office/officeart/2018/5/layout/IconCircleLabelList"/>
    <dgm:cxn modelId="{02BDAA1E-FB92-4A5B-A7E1-9852029B6A01}" type="presParOf" srcId="{99BBAFD6-8ACD-4440-9941-856BCD99B920}" destId="{18609A31-3797-4DCA-9BBC-82BAF3463DAF}" srcOrd="2" destOrd="0" presId="urn:microsoft.com/office/officeart/2018/5/layout/IconCircleLabelList"/>
    <dgm:cxn modelId="{0BFB913C-3722-42AA-9E39-71A346B4C63D}" type="presParOf" srcId="{99BBAFD6-8ACD-4440-9941-856BCD99B920}" destId="{FFD0A692-3F7C-480B-B04D-D51489408BB0}" srcOrd="3" destOrd="0" presId="urn:microsoft.com/office/officeart/2018/5/layout/IconCircleLabelList"/>
    <dgm:cxn modelId="{63163FDD-C0D8-4592-8946-284C84E984C5}" type="presParOf" srcId="{EA3DB4B4-9553-456F-BD54-F413AFF2FAE0}" destId="{E5E44A3B-0A29-4F74-B1B6-663C9BDD79EE}" srcOrd="1" destOrd="0" presId="urn:microsoft.com/office/officeart/2018/5/layout/IconCircleLabelList"/>
    <dgm:cxn modelId="{E4A29465-6BE6-421C-A431-5AF44211A5BA}" type="presParOf" srcId="{EA3DB4B4-9553-456F-BD54-F413AFF2FAE0}" destId="{DDFB33C8-082A-496F-AAED-F70DBB64C7CB}" srcOrd="2" destOrd="0" presId="urn:microsoft.com/office/officeart/2018/5/layout/IconCircleLabelList"/>
    <dgm:cxn modelId="{390B9D93-03B9-4869-A239-C5AE7EE375D8}" type="presParOf" srcId="{DDFB33C8-082A-496F-AAED-F70DBB64C7CB}" destId="{B3594A0A-A184-4ABF-AD87-3CD189E430BA}" srcOrd="0" destOrd="0" presId="urn:microsoft.com/office/officeart/2018/5/layout/IconCircleLabelList"/>
    <dgm:cxn modelId="{69C87818-8BE1-4E66-92CD-6713E5BE02C2}" type="presParOf" srcId="{DDFB33C8-082A-496F-AAED-F70DBB64C7CB}" destId="{FC213D18-D6BD-4C2F-AF74-61D1FEA9EBDE}" srcOrd="1" destOrd="0" presId="urn:microsoft.com/office/officeart/2018/5/layout/IconCircleLabelList"/>
    <dgm:cxn modelId="{D08F9B0D-E823-4053-A31D-E13E00C7848F}" type="presParOf" srcId="{DDFB33C8-082A-496F-AAED-F70DBB64C7CB}" destId="{86B39FC4-6905-4E8B-A31D-1EF168215E1D}" srcOrd="2" destOrd="0" presId="urn:microsoft.com/office/officeart/2018/5/layout/IconCircleLabelList"/>
    <dgm:cxn modelId="{6CA1690F-46A6-4EAB-A2A4-6D4E1C25A5D7}" type="presParOf" srcId="{DDFB33C8-082A-496F-AAED-F70DBB64C7CB}" destId="{7AA6809E-C9F4-458B-84FC-F390E1A2732C}" srcOrd="3" destOrd="0" presId="urn:microsoft.com/office/officeart/2018/5/layout/IconCircleLabelList"/>
    <dgm:cxn modelId="{D5C47375-6B8C-4937-9EB0-CB99F61D854D}" type="presParOf" srcId="{EA3DB4B4-9553-456F-BD54-F413AFF2FAE0}" destId="{7DCC96BE-4981-47D0-81C1-FDB3BAA1B886}" srcOrd="3" destOrd="0" presId="urn:microsoft.com/office/officeart/2018/5/layout/IconCircleLabelList"/>
    <dgm:cxn modelId="{B2BFD52F-404B-4D12-9333-5F37F398CD50}" type="presParOf" srcId="{EA3DB4B4-9553-456F-BD54-F413AFF2FAE0}" destId="{D9A40648-6DDD-4215-A98A-83CB9975BBB3}" srcOrd="4" destOrd="0" presId="urn:microsoft.com/office/officeart/2018/5/layout/IconCircleLabelList"/>
    <dgm:cxn modelId="{58F2F464-121D-46F3-A50E-E82CB43DF53F}" type="presParOf" srcId="{D9A40648-6DDD-4215-A98A-83CB9975BBB3}" destId="{0707B2E2-F00B-480C-8DD5-86B2D216279B}" srcOrd="0" destOrd="0" presId="urn:microsoft.com/office/officeart/2018/5/layout/IconCircleLabelList"/>
    <dgm:cxn modelId="{D0BB55EB-279D-4EDF-A2FC-E6F61D0E0B55}" type="presParOf" srcId="{D9A40648-6DDD-4215-A98A-83CB9975BBB3}" destId="{3CF62852-2374-49E4-AB77-6B1630BD2D5D}" srcOrd="1" destOrd="0" presId="urn:microsoft.com/office/officeart/2018/5/layout/IconCircleLabelList"/>
    <dgm:cxn modelId="{09A6B1B7-1792-47A5-B695-42B307E0A9DA}" type="presParOf" srcId="{D9A40648-6DDD-4215-A98A-83CB9975BBB3}" destId="{FC09CC43-2A0E-46E9-992E-84151468EF6D}" srcOrd="2" destOrd="0" presId="urn:microsoft.com/office/officeart/2018/5/layout/IconCircleLabelList"/>
    <dgm:cxn modelId="{4555A38A-CD32-4B07-84AB-4A2ED8E665E4}" type="presParOf" srcId="{D9A40648-6DDD-4215-A98A-83CB9975BBB3}" destId="{268A11CF-BC2C-4D3C-8AC6-1B75AC96879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15127D-F927-4672-83E9-F3C5E27039F3}" type="doc">
      <dgm:prSet loTypeId="urn:microsoft.com/office/officeart/2008/layout/AscendingPictureAccen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1C589B72-CC61-4BD3-A2FF-471CA98B5FD8}">
      <dgm:prSet phldrT="[Testo]" phldr="0" custT="1"/>
      <dgm:spPr>
        <a:solidFill>
          <a:srgbClr val="CC0000"/>
        </a:solidFill>
      </dgm:spPr>
      <dgm:t>
        <a:bodyPr/>
        <a:lstStyle/>
        <a:p>
          <a:pPr algn="ctr"/>
          <a:r>
            <a:rPr lang="it-IT" sz="2000" dirty="0"/>
            <a:t>Tempo d’attesa in coda, 90% dei casi, pari a circa 20 minuti rispetto al target di 15:55 minuti </a:t>
          </a:r>
        </a:p>
      </dgm:t>
    </dgm:pt>
    <dgm:pt modelId="{6CE5D420-4A46-4091-A431-963A7D59BC1D}" type="parTrans" cxnId="{89B77F23-A1CB-4CC4-B9D8-1F99D3205D7C}">
      <dgm:prSet/>
      <dgm:spPr/>
      <dgm:t>
        <a:bodyPr/>
        <a:lstStyle/>
        <a:p>
          <a:endParaRPr lang="it-IT"/>
        </a:p>
      </dgm:t>
    </dgm:pt>
    <dgm:pt modelId="{75DEC761-74FC-400B-B00F-717AF46155A7}" type="sibTrans" cxnId="{89B77F23-A1CB-4CC4-B9D8-1F99D3205D7C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it-IT"/>
        </a:p>
      </dgm:t>
      <dgm:extLst>
        <a:ext uri="{E40237B7-FDA0-4F09-8148-C483321AD2D9}">
          <dgm14:cNvPr xmlns:dgm14="http://schemas.microsoft.com/office/drawing/2010/diagram" id="0" name="" descr="Immagine che contiene vestiti, vestito, schermata, donna&#10;&#10;Il contenuto generato dall'IA potrebbe non essere corretto.">
            <a:extLst>
              <a:ext uri="{FF2B5EF4-FFF2-40B4-BE49-F238E27FC236}">
                <a16:creationId xmlns:a16="http://schemas.microsoft.com/office/drawing/2014/main" id="{CA234A3B-55F7-1E7F-66BF-EA6968CB186B}"/>
              </a:ext>
            </a:extLst>
          </dgm14:cNvPr>
        </a:ext>
      </dgm:extLst>
    </dgm:pt>
    <dgm:pt modelId="{41519654-51F3-4BEF-B80F-6C5FC5C296AC}" type="pres">
      <dgm:prSet presAssocID="{1D15127D-F927-4672-83E9-F3C5E27039F3}" presName="Name0" presStyleCnt="0">
        <dgm:presLayoutVars>
          <dgm:chMax val="7"/>
          <dgm:chPref val="7"/>
          <dgm:dir/>
        </dgm:presLayoutVars>
      </dgm:prSet>
      <dgm:spPr/>
    </dgm:pt>
    <dgm:pt modelId="{331F0E02-8BD8-4F47-8DF6-512F05AFDE6B}" type="pres">
      <dgm:prSet presAssocID="{1C589B72-CC61-4BD3-A2FF-471CA98B5FD8}" presName="parTx1" presStyleLbl="node1" presStyleIdx="0" presStyleCnt="1" custScaleX="115515" custScaleY="264969"/>
      <dgm:spPr/>
    </dgm:pt>
    <dgm:pt modelId="{E6ECABAC-6DAF-46C2-B9B3-81DEBCF402BB}" type="pres">
      <dgm:prSet presAssocID="{75DEC761-74FC-400B-B00F-717AF46155A7}" presName="picture1" presStyleCnt="0"/>
      <dgm:spPr/>
    </dgm:pt>
    <dgm:pt modelId="{61EC10A8-26C0-4A92-B9B0-295AC6F37B9F}" type="pres">
      <dgm:prSet presAssocID="{75DEC761-74FC-400B-B00F-717AF46155A7}" presName="imageRepeatNode" presStyleLbl="fgImgPlace1" presStyleIdx="0" presStyleCnt="1"/>
      <dgm:spPr/>
    </dgm:pt>
  </dgm:ptLst>
  <dgm:cxnLst>
    <dgm:cxn modelId="{89B77F23-A1CB-4CC4-B9D8-1F99D3205D7C}" srcId="{1D15127D-F927-4672-83E9-F3C5E27039F3}" destId="{1C589B72-CC61-4BD3-A2FF-471CA98B5FD8}" srcOrd="0" destOrd="0" parTransId="{6CE5D420-4A46-4091-A431-963A7D59BC1D}" sibTransId="{75DEC761-74FC-400B-B00F-717AF46155A7}"/>
    <dgm:cxn modelId="{8AA5A169-91A7-43D8-BFAB-3126994B148F}" type="presOf" srcId="{75DEC761-74FC-400B-B00F-717AF46155A7}" destId="{61EC10A8-26C0-4A92-B9B0-295AC6F37B9F}" srcOrd="0" destOrd="0" presId="urn:microsoft.com/office/officeart/2008/layout/AscendingPictureAccentProcess"/>
    <dgm:cxn modelId="{B0DEE771-8700-4138-B86B-FE45F32A3FA0}" type="presOf" srcId="{1C589B72-CC61-4BD3-A2FF-471CA98B5FD8}" destId="{331F0E02-8BD8-4F47-8DF6-512F05AFDE6B}" srcOrd="0" destOrd="0" presId="urn:microsoft.com/office/officeart/2008/layout/AscendingPictureAccentProcess"/>
    <dgm:cxn modelId="{D46C62DC-F0E9-408C-9424-7389F27E4C7D}" type="presOf" srcId="{1D15127D-F927-4672-83E9-F3C5E27039F3}" destId="{41519654-51F3-4BEF-B80F-6C5FC5C296AC}" srcOrd="0" destOrd="0" presId="urn:microsoft.com/office/officeart/2008/layout/AscendingPictureAccentProcess"/>
    <dgm:cxn modelId="{57343428-04AF-479F-94A3-246701740695}" type="presParOf" srcId="{41519654-51F3-4BEF-B80F-6C5FC5C296AC}" destId="{331F0E02-8BD8-4F47-8DF6-512F05AFDE6B}" srcOrd="0" destOrd="0" presId="urn:microsoft.com/office/officeart/2008/layout/AscendingPictureAccentProcess"/>
    <dgm:cxn modelId="{90765FD9-1010-4C14-AD74-2977EDAABECD}" type="presParOf" srcId="{41519654-51F3-4BEF-B80F-6C5FC5C296AC}" destId="{E6ECABAC-6DAF-46C2-B9B3-81DEBCF402BB}" srcOrd="1" destOrd="0" presId="urn:microsoft.com/office/officeart/2008/layout/AscendingPictureAccentProcess"/>
    <dgm:cxn modelId="{7244BF58-F0A5-4760-B5AB-EB03662226B5}" type="presParOf" srcId="{E6ECABAC-6DAF-46C2-B9B3-81DEBCF402BB}" destId="{61EC10A8-26C0-4A92-B9B0-295AC6F37B9F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15127D-F927-4672-83E9-F3C5E27039F3}" type="doc">
      <dgm:prSet loTypeId="urn:microsoft.com/office/officeart/2008/layout/AscendingPictureAccen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1C589B72-CC61-4BD3-A2FF-471CA98B5FD8}">
      <dgm:prSet phldrT="[Testo]" phldr="0" custT="1"/>
      <dgm:spPr>
        <a:solidFill>
          <a:srgbClr val="CC0000"/>
        </a:solidFill>
      </dgm:spPr>
      <dgm:t>
        <a:bodyPr/>
        <a:lstStyle/>
        <a:p>
          <a:pPr algn="ctr"/>
          <a:r>
            <a:rPr lang="it-IT" sz="2000" dirty="0"/>
            <a:t>Tempo d’attesa in coda, 90% dei casi, pari a circa 9 minuti rispetto al target di 5:40 minuti </a:t>
          </a:r>
        </a:p>
      </dgm:t>
    </dgm:pt>
    <dgm:pt modelId="{6CE5D420-4A46-4091-A431-963A7D59BC1D}" type="parTrans" cxnId="{89B77F23-A1CB-4CC4-B9D8-1F99D3205D7C}">
      <dgm:prSet/>
      <dgm:spPr/>
      <dgm:t>
        <a:bodyPr/>
        <a:lstStyle/>
        <a:p>
          <a:endParaRPr lang="it-IT"/>
        </a:p>
      </dgm:t>
    </dgm:pt>
    <dgm:pt modelId="{75DEC761-74FC-400B-B00F-717AF46155A7}" type="sibTrans" cxnId="{89B77F23-A1CB-4CC4-B9D8-1F99D3205D7C}">
      <dgm:prSet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  <dgm:t>
        <a:bodyPr/>
        <a:lstStyle/>
        <a:p>
          <a:endParaRPr lang="it-IT"/>
        </a:p>
      </dgm:t>
    </dgm:pt>
    <dgm:pt modelId="{41519654-51F3-4BEF-B80F-6C5FC5C296AC}" type="pres">
      <dgm:prSet presAssocID="{1D15127D-F927-4672-83E9-F3C5E27039F3}" presName="Name0" presStyleCnt="0">
        <dgm:presLayoutVars>
          <dgm:chMax val="7"/>
          <dgm:chPref val="7"/>
          <dgm:dir/>
        </dgm:presLayoutVars>
      </dgm:prSet>
      <dgm:spPr/>
    </dgm:pt>
    <dgm:pt modelId="{331F0E02-8BD8-4F47-8DF6-512F05AFDE6B}" type="pres">
      <dgm:prSet presAssocID="{1C589B72-CC61-4BD3-A2FF-471CA98B5FD8}" presName="parTx1" presStyleLbl="node1" presStyleIdx="0" presStyleCnt="1" custScaleX="115515" custScaleY="264969"/>
      <dgm:spPr/>
    </dgm:pt>
    <dgm:pt modelId="{E6ECABAC-6DAF-46C2-B9B3-81DEBCF402BB}" type="pres">
      <dgm:prSet presAssocID="{75DEC761-74FC-400B-B00F-717AF46155A7}" presName="picture1" presStyleCnt="0"/>
      <dgm:spPr/>
    </dgm:pt>
    <dgm:pt modelId="{61EC10A8-26C0-4A92-B9B0-295AC6F37B9F}" type="pres">
      <dgm:prSet presAssocID="{75DEC761-74FC-400B-B00F-717AF46155A7}" presName="imageRepeatNode" presStyleLbl="fgImgPlace1" presStyleIdx="0" presStyleCnt="1"/>
      <dgm:spPr/>
    </dgm:pt>
  </dgm:ptLst>
  <dgm:cxnLst>
    <dgm:cxn modelId="{89B77F23-A1CB-4CC4-B9D8-1F99D3205D7C}" srcId="{1D15127D-F927-4672-83E9-F3C5E27039F3}" destId="{1C589B72-CC61-4BD3-A2FF-471CA98B5FD8}" srcOrd="0" destOrd="0" parTransId="{6CE5D420-4A46-4091-A431-963A7D59BC1D}" sibTransId="{75DEC761-74FC-400B-B00F-717AF46155A7}"/>
    <dgm:cxn modelId="{8AA5A169-91A7-43D8-BFAB-3126994B148F}" type="presOf" srcId="{75DEC761-74FC-400B-B00F-717AF46155A7}" destId="{61EC10A8-26C0-4A92-B9B0-295AC6F37B9F}" srcOrd="0" destOrd="0" presId="urn:microsoft.com/office/officeart/2008/layout/AscendingPictureAccentProcess"/>
    <dgm:cxn modelId="{B0DEE771-8700-4138-B86B-FE45F32A3FA0}" type="presOf" srcId="{1C589B72-CC61-4BD3-A2FF-471CA98B5FD8}" destId="{331F0E02-8BD8-4F47-8DF6-512F05AFDE6B}" srcOrd="0" destOrd="0" presId="urn:microsoft.com/office/officeart/2008/layout/AscendingPictureAccentProcess"/>
    <dgm:cxn modelId="{D46C62DC-F0E9-408C-9424-7389F27E4C7D}" type="presOf" srcId="{1D15127D-F927-4672-83E9-F3C5E27039F3}" destId="{41519654-51F3-4BEF-B80F-6C5FC5C296AC}" srcOrd="0" destOrd="0" presId="urn:microsoft.com/office/officeart/2008/layout/AscendingPictureAccentProcess"/>
    <dgm:cxn modelId="{57343428-04AF-479F-94A3-246701740695}" type="presParOf" srcId="{41519654-51F3-4BEF-B80F-6C5FC5C296AC}" destId="{331F0E02-8BD8-4F47-8DF6-512F05AFDE6B}" srcOrd="0" destOrd="0" presId="urn:microsoft.com/office/officeart/2008/layout/AscendingPictureAccentProcess"/>
    <dgm:cxn modelId="{90765FD9-1010-4C14-AD74-2977EDAABECD}" type="presParOf" srcId="{41519654-51F3-4BEF-B80F-6C5FC5C296AC}" destId="{E6ECABAC-6DAF-46C2-B9B3-81DEBCF402BB}" srcOrd="1" destOrd="0" presId="urn:microsoft.com/office/officeart/2008/layout/AscendingPictureAccentProcess"/>
    <dgm:cxn modelId="{7244BF58-F0A5-4760-B5AB-EB03662226B5}" type="presParOf" srcId="{E6ECABAC-6DAF-46C2-B9B3-81DEBCF402BB}" destId="{61EC10A8-26C0-4A92-B9B0-295AC6F37B9F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D15127D-F927-4672-83E9-F3C5E27039F3}" type="doc">
      <dgm:prSet loTypeId="urn:microsoft.com/office/officeart/2008/layout/AscendingPictureAccen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1C589B72-CC61-4BD3-A2FF-471CA98B5FD8}">
      <dgm:prSet phldrT="[Testo]" phldr="0" custT="1"/>
      <dgm:spPr>
        <a:solidFill>
          <a:srgbClr val="0070C0"/>
        </a:solidFill>
      </dgm:spPr>
      <dgm:t>
        <a:bodyPr/>
        <a:lstStyle/>
        <a:p>
          <a:pPr algn="ctr">
            <a:lnSpc>
              <a:spcPct val="100000"/>
            </a:lnSpc>
          </a:pPr>
          <a:r>
            <a:rPr lang="it-IT" sz="2000" dirty="0"/>
            <a:t>Tempo d’attesa in coda, 90% dei casi,  ≤15:55 minuti </a:t>
          </a:r>
        </a:p>
      </dgm:t>
    </dgm:pt>
    <dgm:pt modelId="{6CE5D420-4A46-4091-A431-963A7D59BC1D}" type="parTrans" cxnId="{89B77F23-A1CB-4CC4-B9D8-1F99D3205D7C}">
      <dgm:prSet/>
      <dgm:spPr/>
      <dgm:t>
        <a:bodyPr/>
        <a:lstStyle/>
        <a:p>
          <a:endParaRPr lang="it-IT"/>
        </a:p>
      </dgm:t>
    </dgm:pt>
    <dgm:pt modelId="{75DEC761-74FC-400B-B00F-717AF46155A7}" type="sibTrans" cxnId="{89B77F23-A1CB-4CC4-B9D8-1F99D3205D7C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it-IT"/>
        </a:p>
      </dgm:t>
      <dgm:extLst>
        <a:ext uri="{E40237B7-FDA0-4F09-8148-C483321AD2D9}">
          <dgm14:cNvPr xmlns:dgm14="http://schemas.microsoft.com/office/drawing/2010/diagram" id="0" name="" descr="Immagine che contiene vestiti, vestito, schermata, donna&#10;&#10;Il contenuto generato dall'IA potrebbe non essere corretto.">
            <a:extLst>
              <a:ext uri="{FF2B5EF4-FFF2-40B4-BE49-F238E27FC236}">
                <a16:creationId xmlns:a16="http://schemas.microsoft.com/office/drawing/2014/main" id="{CA234A3B-55F7-1E7F-66BF-EA6968CB186B}"/>
              </a:ext>
            </a:extLst>
          </dgm14:cNvPr>
        </a:ext>
      </dgm:extLst>
    </dgm:pt>
    <dgm:pt modelId="{41519654-51F3-4BEF-B80F-6C5FC5C296AC}" type="pres">
      <dgm:prSet presAssocID="{1D15127D-F927-4672-83E9-F3C5E27039F3}" presName="Name0" presStyleCnt="0">
        <dgm:presLayoutVars>
          <dgm:chMax val="7"/>
          <dgm:chPref val="7"/>
          <dgm:dir/>
        </dgm:presLayoutVars>
      </dgm:prSet>
      <dgm:spPr/>
    </dgm:pt>
    <dgm:pt modelId="{331F0E02-8BD8-4F47-8DF6-512F05AFDE6B}" type="pres">
      <dgm:prSet presAssocID="{1C589B72-CC61-4BD3-A2FF-471CA98B5FD8}" presName="parTx1" presStyleLbl="node1" presStyleIdx="0" presStyleCnt="1" custScaleX="115515" custScaleY="264969"/>
      <dgm:spPr/>
    </dgm:pt>
    <dgm:pt modelId="{E6ECABAC-6DAF-46C2-B9B3-81DEBCF402BB}" type="pres">
      <dgm:prSet presAssocID="{75DEC761-74FC-400B-B00F-717AF46155A7}" presName="picture1" presStyleCnt="0"/>
      <dgm:spPr/>
    </dgm:pt>
    <dgm:pt modelId="{61EC10A8-26C0-4A92-B9B0-295AC6F37B9F}" type="pres">
      <dgm:prSet presAssocID="{75DEC761-74FC-400B-B00F-717AF46155A7}" presName="imageRepeatNode" presStyleLbl="fgImgPlace1" presStyleIdx="0" presStyleCnt="1"/>
      <dgm:spPr/>
    </dgm:pt>
  </dgm:ptLst>
  <dgm:cxnLst>
    <dgm:cxn modelId="{89B77F23-A1CB-4CC4-B9D8-1F99D3205D7C}" srcId="{1D15127D-F927-4672-83E9-F3C5E27039F3}" destId="{1C589B72-CC61-4BD3-A2FF-471CA98B5FD8}" srcOrd="0" destOrd="0" parTransId="{6CE5D420-4A46-4091-A431-963A7D59BC1D}" sibTransId="{75DEC761-74FC-400B-B00F-717AF46155A7}"/>
    <dgm:cxn modelId="{8AA5A169-91A7-43D8-BFAB-3126994B148F}" type="presOf" srcId="{75DEC761-74FC-400B-B00F-717AF46155A7}" destId="{61EC10A8-26C0-4A92-B9B0-295AC6F37B9F}" srcOrd="0" destOrd="0" presId="urn:microsoft.com/office/officeart/2008/layout/AscendingPictureAccentProcess"/>
    <dgm:cxn modelId="{B0DEE771-8700-4138-B86B-FE45F32A3FA0}" type="presOf" srcId="{1C589B72-CC61-4BD3-A2FF-471CA98B5FD8}" destId="{331F0E02-8BD8-4F47-8DF6-512F05AFDE6B}" srcOrd="0" destOrd="0" presId="urn:microsoft.com/office/officeart/2008/layout/AscendingPictureAccentProcess"/>
    <dgm:cxn modelId="{D46C62DC-F0E9-408C-9424-7389F27E4C7D}" type="presOf" srcId="{1D15127D-F927-4672-83E9-F3C5E27039F3}" destId="{41519654-51F3-4BEF-B80F-6C5FC5C296AC}" srcOrd="0" destOrd="0" presId="urn:microsoft.com/office/officeart/2008/layout/AscendingPictureAccentProcess"/>
    <dgm:cxn modelId="{57343428-04AF-479F-94A3-246701740695}" type="presParOf" srcId="{41519654-51F3-4BEF-B80F-6C5FC5C296AC}" destId="{331F0E02-8BD8-4F47-8DF6-512F05AFDE6B}" srcOrd="0" destOrd="0" presId="urn:microsoft.com/office/officeart/2008/layout/AscendingPictureAccentProcess"/>
    <dgm:cxn modelId="{90765FD9-1010-4C14-AD74-2977EDAABECD}" type="presParOf" srcId="{41519654-51F3-4BEF-B80F-6C5FC5C296AC}" destId="{E6ECABAC-6DAF-46C2-B9B3-81DEBCF402BB}" srcOrd="1" destOrd="0" presId="urn:microsoft.com/office/officeart/2008/layout/AscendingPictureAccentProcess"/>
    <dgm:cxn modelId="{7244BF58-F0A5-4760-B5AB-EB03662226B5}" type="presParOf" srcId="{E6ECABAC-6DAF-46C2-B9B3-81DEBCF402BB}" destId="{61EC10A8-26C0-4A92-B9B0-295AC6F37B9F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D15127D-F927-4672-83E9-F3C5E27039F3}" type="doc">
      <dgm:prSet loTypeId="urn:microsoft.com/office/officeart/2008/layout/AscendingPictureAccen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1C589B72-CC61-4BD3-A2FF-471CA98B5FD8}">
      <dgm:prSet phldrT="[Testo]" phldr="0" custT="1"/>
      <dgm:spPr>
        <a:solidFill>
          <a:srgbClr val="0070C0"/>
        </a:solidFill>
      </dgm:spPr>
      <dgm:t>
        <a:bodyPr/>
        <a:lstStyle/>
        <a:p>
          <a:pPr algn="ctr"/>
          <a:r>
            <a:rPr lang="it-IT" sz="2000" dirty="0"/>
            <a:t>Tempo d’attesa in coda, 90% dei casi, </a:t>
          </a:r>
          <a:r>
            <a:rPr lang="it-IT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≤</a:t>
          </a:r>
          <a:r>
            <a:rPr lang="it-IT" sz="2000" dirty="0"/>
            <a:t>5:40 minuti </a:t>
          </a:r>
        </a:p>
      </dgm:t>
    </dgm:pt>
    <dgm:pt modelId="{6CE5D420-4A46-4091-A431-963A7D59BC1D}" type="parTrans" cxnId="{89B77F23-A1CB-4CC4-B9D8-1F99D3205D7C}">
      <dgm:prSet/>
      <dgm:spPr/>
      <dgm:t>
        <a:bodyPr/>
        <a:lstStyle/>
        <a:p>
          <a:endParaRPr lang="it-IT"/>
        </a:p>
      </dgm:t>
    </dgm:pt>
    <dgm:pt modelId="{75DEC761-74FC-400B-B00F-717AF46155A7}" type="sibTrans" cxnId="{89B77F23-A1CB-4CC4-B9D8-1F99D3205D7C}">
      <dgm:prSet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  <dgm:t>
        <a:bodyPr/>
        <a:lstStyle/>
        <a:p>
          <a:endParaRPr lang="it-IT"/>
        </a:p>
      </dgm:t>
    </dgm:pt>
    <dgm:pt modelId="{41519654-51F3-4BEF-B80F-6C5FC5C296AC}" type="pres">
      <dgm:prSet presAssocID="{1D15127D-F927-4672-83E9-F3C5E27039F3}" presName="Name0" presStyleCnt="0">
        <dgm:presLayoutVars>
          <dgm:chMax val="7"/>
          <dgm:chPref val="7"/>
          <dgm:dir/>
        </dgm:presLayoutVars>
      </dgm:prSet>
      <dgm:spPr/>
    </dgm:pt>
    <dgm:pt modelId="{331F0E02-8BD8-4F47-8DF6-512F05AFDE6B}" type="pres">
      <dgm:prSet presAssocID="{1C589B72-CC61-4BD3-A2FF-471CA98B5FD8}" presName="parTx1" presStyleLbl="node1" presStyleIdx="0" presStyleCnt="1" custScaleX="115515" custScaleY="264969"/>
      <dgm:spPr/>
    </dgm:pt>
    <dgm:pt modelId="{E6ECABAC-6DAF-46C2-B9B3-81DEBCF402BB}" type="pres">
      <dgm:prSet presAssocID="{75DEC761-74FC-400B-B00F-717AF46155A7}" presName="picture1" presStyleCnt="0"/>
      <dgm:spPr/>
    </dgm:pt>
    <dgm:pt modelId="{61EC10A8-26C0-4A92-B9B0-295AC6F37B9F}" type="pres">
      <dgm:prSet presAssocID="{75DEC761-74FC-400B-B00F-717AF46155A7}" presName="imageRepeatNode" presStyleLbl="fgImgPlace1" presStyleIdx="0" presStyleCnt="1"/>
      <dgm:spPr/>
    </dgm:pt>
  </dgm:ptLst>
  <dgm:cxnLst>
    <dgm:cxn modelId="{89B77F23-A1CB-4CC4-B9D8-1F99D3205D7C}" srcId="{1D15127D-F927-4672-83E9-F3C5E27039F3}" destId="{1C589B72-CC61-4BD3-A2FF-471CA98B5FD8}" srcOrd="0" destOrd="0" parTransId="{6CE5D420-4A46-4091-A431-963A7D59BC1D}" sibTransId="{75DEC761-74FC-400B-B00F-717AF46155A7}"/>
    <dgm:cxn modelId="{8AA5A169-91A7-43D8-BFAB-3126994B148F}" type="presOf" srcId="{75DEC761-74FC-400B-B00F-717AF46155A7}" destId="{61EC10A8-26C0-4A92-B9B0-295AC6F37B9F}" srcOrd="0" destOrd="0" presId="urn:microsoft.com/office/officeart/2008/layout/AscendingPictureAccentProcess"/>
    <dgm:cxn modelId="{B0DEE771-8700-4138-B86B-FE45F32A3FA0}" type="presOf" srcId="{1C589B72-CC61-4BD3-A2FF-471CA98B5FD8}" destId="{331F0E02-8BD8-4F47-8DF6-512F05AFDE6B}" srcOrd="0" destOrd="0" presId="urn:microsoft.com/office/officeart/2008/layout/AscendingPictureAccentProcess"/>
    <dgm:cxn modelId="{D46C62DC-F0E9-408C-9424-7389F27E4C7D}" type="presOf" srcId="{1D15127D-F927-4672-83E9-F3C5E27039F3}" destId="{41519654-51F3-4BEF-B80F-6C5FC5C296AC}" srcOrd="0" destOrd="0" presId="urn:microsoft.com/office/officeart/2008/layout/AscendingPictureAccentProcess"/>
    <dgm:cxn modelId="{57343428-04AF-479F-94A3-246701740695}" type="presParOf" srcId="{41519654-51F3-4BEF-B80F-6C5FC5C296AC}" destId="{331F0E02-8BD8-4F47-8DF6-512F05AFDE6B}" srcOrd="0" destOrd="0" presId="urn:microsoft.com/office/officeart/2008/layout/AscendingPictureAccentProcess"/>
    <dgm:cxn modelId="{90765FD9-1010-4C14-AD74-2977EDAABECD}" type="presParOf" srcId="{41519654-51F3-4BEF-B80F-6C5FC5C296AC}" destId="{E6ECABAC-6DAF-46C2-B9B3-81DEBCF402BB}" srcOrd="1" destOrd="0" presId="urn:microsoft.com/office/officeart/2008/layout/AscendingPictureAccentProcess"/>
    <dgm:cxn modelId="{7244BF58-F0A5-4760-B5AB-EB03662226B5}" type="presParOf" srcId="{E6ECABAC-6DAF-46C2-B9B3-81DEBCF402BB}" destId="{61EC10A8-26C0-4A92-B9B0-295AC6F37B9F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64D315E-CE19-4B0B-A753-AAD037145B78}" type="doc">
      <dgm:prSet loTypeId="urn:microsoft.com/office/officeart/2018/5/layout/IconCircleLabelList" loCatId="icon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5873FC5-7B3E-463A-87E0-DA95D3C1F9F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dirty="0">
              <a:solidFill>
                <a:schemeClr val="bg1">
                  <a:lumMod val="75000"/>
                </a:schemeClr>
              </a:solidFill>
            </a:rPr>
            <a:t>Introduzione</a:t>
          </a:r>
          <a:endParaRPr lang="en-US" dirty="0">
            <a:solidFill>
              <a:schemeClr val="bg1">
                <a:lumMod val="75000"/>
              </a:schemeClr>
            </a:solidFill>
          </a:endParaRPr>
        </a:p>
      </dgm:t>
    </dgm:pt>
    <dgm:pt modelId="{362B6ADA-768E-472A-B546-D53F5F7177E3}" type="parTrans" cxnId="{53216FE8-3675-49A4-B79B-BD05FD75A925}">
      <dgm:prSet/>
      <dgm:spPr/>
      <dgm:t>
        <a:bodyPr/>
        <a:lstStyle/>
        <a:p>
          <a:endParaRPr lang="en-US"/>
        </a:p>
      </dgm:t>
    </dgm:pt>
    <dgm:pt modelId="{E4AEABD7-271A-46AC-9576-1BEAF312C673}" type="sibTrans" cxnId="{53216FE8-3675-49A4-B79B-BD05FD75A925}">
      <dgm:prSet/>
      <dgm:spPr/>
      <dgm:t>
        <a:bodyPr/>
        <a:lstStyle/>
        <a:p>
          <a:endParaRPr lang="en-US"/>
        </a:p>
      </dgm:t>
    </dgm:pt>
    <dgm:pt modelId="{CFB53D22-750D-481F-B31F-FD10916A9AF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dirty="0">
              <a:solidFill>
                <a:schemeClr val="tx1"/>
              </a:solidFill>
            </a:rPr>
            <a:t>Modello</a:t>
          </a:r>
          <a:r>
            <a:rPr lang="it-IT" dirty="0">
              <a:solidFill>
                <a:schemeClr val="bg1">
                  <a:lumMod val="75000"/>
                </a:schemeClr>
              </a:solidFill>
            </a:rPr>
            <a:t> </a:t>
          </a:r>
          <a:endParaRPr lang="en-US" dirty="0">
            <a:solidFill>
              <a:schemeClr val="bg1">
                <a:lumMod val="75000"/>
              </a:schemeClr>
            </a:solidFill>
          </a:endParaRPr>
        </a:p>
      </dgm:t>
    </dgm:pt>
    <dgm:pt modelId="{FE7B4F45-6A40-4664-954D-92A4180AB8F7}" type="parTrans" cxnId="{017B0C93-39D2-4519-9BBD-F02BAB0B7786}">
      <dgm:prSet/>
      <dgm:spPr/>
      <dgm:t>
        <a:bodyPr/>
        <a:lstStyle/>
        <a:p>
          <a:endParaRPr lang="en-US"/>
        </a:p>
      </dgm:t>
    </dgm:pt>
    <dgm:pt modelId="{4E77BB79-6F4E-4533-81E8-40A5E9A82B38}" type="sibTrans" cxnId="{017B0C93-39D2-4519-9BBD-F02BAB0B7786}">
      <dgm:prSet/>
      <dgm:spPr/>
      <dgm:t>
        <a:bodyPr/>
        <a:lstStyle/>
        <a:p>
          <a:endParaRPr lang="en-US"/>
        </a:p>
      </dgm:t>
    </dgm:pt>
    <dgm:pt modelId="{53E2A203-F08D-4E61-9B6C-8F0A58F0B92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dirty="0">
              <a:solidFill>
                <a:schemeClr val="bg1">
                  <a:lumMod val="75000"/>
                </a:schemeClr>
              </a:solidFill>
            </a:rPr>
            <a:t>Modelli Migliorativi </a:t>
          </a:r>
          <a:endParaRPr lang="en-US" dirty="0">
            <a:solidFill>
              <a:schemeClr val="bg1">
                <a:lumMod val="75000"/>
              </a:schemeClr>
            </a:solidFill>
          </a:endParaRPr>
        </a:p>
      </dgm:t>
    </dgm:pt>
    <dgm:pt modelId="{597555BE-F453-49EC-A638-D3DFFF84561E}" type="parTrans" cxnId="{5DE934A3-727B-4DF2-9509-94B7BC895BEA}">
      <dgm:prSet/>
      <dgm:spPr/>
      <dgm:t>
        <a:bodyPr/>
        <a:lstStyle/>
        <a:p>
          <a:endParaRPr lang="en-US"/>
        </a:p>
      </dgm:t>
    </dgm:pt>
    <dgm:pt modelId="{AD2DA7B0-16A4-4058-A0B8-E5A56C011467}" type="sibTrans" cxnId="{5DE934A3-727B-4DF2-9509-94B7BC895BEA}">
      <dgm:prSet/>
      <dgm:spPr/>
      <dgm:t>
        <a:bodyPr/>
        <a:lstStyle/>
        <a:p>
          <a:endParaRPr lang="en-US"/>
        </a:p>
      </dgm:t>
    </dgm:pt>
    <dgm:pt modelId="{EA3DB4B4-9553-456F-BD54-F413AFF2FAE0}" type="pres">
      <dgm:prSet presAssocID="{B64D315E-CE19-4B0B-A753-AAD037145B78}" presName="root" presStyleCnt="0">
        <dgm:presLayoutVars>
          <dgm:dir/>
          <dgm:resizeHandles val="exact"/>
        </dgm:presLayoutVars>
      </dgm:prSet>
      <dgm:spPr/>
    </dgm:pt>
    <dgm:pt modelId="{99BBAFD6-8ACD-4440-9941-856BCD99B920}" type="pres">
      <dgm:prSet presAssocID="{25873FC5-7B3E-463A-87E0-DA95D3C1F9F7}" presName="compNode" presStyleCnt="0"/>
      <dgm:spPr/>
    </dgm:pt>
    <dgm:pt modelId="{6D242A5F-6AC6-40B1-A5B1-E2298C69B753}" type="pres">
      <dgm:prSet presAssocID="{25873FC5-7B3E-463A-87E0-DA95D3C1F9F7}" presName="iconBgRect" presStyleLbl="bgShp" presStyleIdx="0" presStyleCnt="3"/>
      <dgm:spPr>
        <a:solidFill>
          <a:srgbClr val="D1DFCC"/>
        </a:solidFill>
      </dgm:spPr>
    </dgm:pt>
    <dgm:pt modelId="{8588F197-B803-4F60-92B5-352550D16742}" type="pres">
      <dgm:prSet presAssocID="{25873FC5-7B3E-463A-87E0-DA95D3C1F9F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ente"/>
        </a:ext>
      </dgm:extLst>
    </dgm:pt>
    <dgm:pt modelId="{18609A31-3797-4DCA-9BBC-82BAF3463DAF}" type="pres">
      <dgm:prSet presAssocID="{25873FC5-7B3E-463A-87E0-DA95D3C1F9F7}" presName="spaceRect" presStyleCnt="0"/>
      <dgm:spPr/>
    </dgm:pt>
    <dgm:pt modelId="{FFD0A692-3F7C-480B-B04D-D51489408BB0}" type="pres">
      <dgm:prSet presAssocID="{25873FC5-7B3E-463A-87E0-DA95D3C1F9F7}" presName="textRect" presStyleLbl="revTx" presStyleIdx="0" presStyleCnt="3">
        <dgm:presLayoutVars>
          <dgm:chMax val="1"/>
          <dgm:chPref val="1"/>
        </dgm:presLayoutVars>
      </dgm:prSet>
      <dgm:spPr/>
    </dgm:pt>
    <dgm:pt modelId="{E5E44A3B-0A29-4F74-B1B6-663C9BDD79EE}" type="pres">
      <dgm:prSet presAssocID="{E4AEABD7-271A-46AC-9576-1BEAF312C673}" presName="sibTrans" presStyleCnt="0"/>
      <dgm:spPr/>
    </dgm:pt>
    <dgm:pt modelId="{DDFB33C8-082A-496F-AAED-F70DBB64C7CB}" type="pres">
      <dgm:prSet presAssocID="{CFB53D22-750D-481F-B31F-FD10916A9AFC}" presName="compNode" presStyleCnt="0"/>
      <dgm:spPr/>
    </dgm:pt>
    <dgm:pt modelId="{B3594A0A-A184-4ABF-AD87-3CD189E430BA}" type="pres">
      <dgm:prSet presAssocID="{CFB53D22-750D-481F-B31F-FD10916A9AFC}" presName="iconBgRect" presStyleLbl="bgShp" presStyleIdx="1" presStyleCnt="3"/>
      <dgm:spPr>
        <a:solidFill>
          <a:srgbClr val="A2BE98"/>
        </a:solidFill>
      </dgm:spPr>
    </dgm:pt>
    <dgm:pt modelId="{FC213D18-D6BD-4C2F-AF74-61D1FEA9EBDE}" type="pres">
      <dgm:prSet presAssocID="{CFB53D22-750D-481F-B31F-FD10916A9AF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86B39FC4-6905-4E8B-A31D-1EF168215E1D}" type="pres">
      <dgm:prSet presAssocID="{CFB53D22-750D-481F-B31F-FD10916A9AFC}" presName="spaceRect" presStyleCnt="0"/>
      <dgm:spPr/>
    </dgm:pt>
    <dgm:pt modelId="{7AA6809E-C9F4-458B-84FC-F390E1A2732C}" type="pres">
      <dgm:prSet presAssocID="{CFB53D22-750D-481F-B31F-FD10916A9AFC}" presName="textRect" presStyleLbl="revTx" presStyleIdx="1" presStyleCnt="3">
        <dgm:presLayoutVars>
          <dgm:chMax val="1"/>
          <dgm:chPref val="1"/>
        </dgm:presLayoutVars>
      </dgm:prSet>
      <dgm:spPr/>
    </dgm:pt>
    <dgm:pt modelId="{7DCC96BE-4981-47D0-81C1-FDB3BAA1B886}" type="pres">
      <dgm:prSet presAssocID="{4E77BB79-6F4E-4533-81E8-40A5E9A82B38}" presName="sibTrans" presStyleCnt="0"/>
      <dgm:spPr/>
    </dgm:pt>
    <dgm:pt modelId="{D9A40648-6DDD-4215-A98A-83CB9975BBB3}" type="pres">
      <dgm:prSet presAssocID="{53E2A203-F08D-4E61-9B6C-8F0A58F0B929}" presName="compNode" presStyleCnt="0"/>
      <dgm:spPr/>
    </dgm:pt>
    <dgm:pt modelId="{0707B2E2-F00B-480C-8DD5-86B2D216279B}" type="pres">
      <dgm:prSet presAssocID="{53E2A203-F08D-4E61-9B6C-8F0A58F0B929}" presName="iconBgRect" presStyleLbl="bgShp" presStyleIdx="2" presStyleCnt="3"/>
      <dgm:spPr/>
    </dgm:pt>
    <dgm:pt modelId="{3CF62852-2374-49E4-AB77-6B1630BD2D5D}" type="pres">
      <dgm:prSet presAssocID="{53E2A203-F08D-4E61-9B6C-8F0A58F0B92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FC09CC43-2A0E-46E9-992E-84151468EF6D}" type="pres">
      <dgm:prSet presAssocID="{53E2A203-F08D-4E61-9B6C-8F0A58F0B929}" presName="spaceRect" presStyleCnt="0"/>
      <dgm:spPr/>
    </dgm:pt>
    <dgm:pt modelId="{268A11CF-BC2C-4D3C-8AC6-1B75AC96879E}" type="pres">
      <dgm:prSet presAssocID="{53E2A203-F08D-4E61-9B6C-8F0A58F0B92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A22A324-1CF0-4F14-BCF3-A527752A146D}" type="presOf" srcId="{B64D315E-CE19-4B0B-A753-AAD037145B78}" destId="{EA3DB4B4-9553-456F-BD54-F413AFF2FAE0}" srcOrd="0" destOrd="0" presId="urn:microsoft.com/office/officeart/2018/5/layout/IconCircleLabelList"/>
    <dgm:cxn modelId="{77B1322B-1DAE-48C6-B134-5F656EDD469D}" type="presOf" srcId="{CFB53D22-750D-481F-B31F-FD10916A9AFC}" destId="{7AA6809E-C9F4-458B-84FC-F390E1A2732C}" srcOrd="0" destOrd="0" presId="urn:microsoft.com/office/officeart/2018/5/layout/IconCircleLabelList"/>
    <dgm:cxn modelId="{0E91A22B-9194-4BCF-8A91-5196A7387A7B}" type="presOf" srcId="{25873FC5-7B3E-463A-87E0-DA95D3C1F9F7}" destId="{FFD0A692-3F7C-480B-B04D-D51489408BB0}" srcOrd="0" destOrd="0" presId="urn:microsoft.com/office/officeart/2018/5/layout/IconCircleLabelList"/>
    <dgm:cxn modelId="{76C62A41-E1CF-42FE-A75C-13A3435D48DC}" type="presOf" srcId="{53E2A203-F08D-4E61-9B6C-8F0A58F0B929}" destId="{268A11CF-BC2C-4D3C-8AC6-1B75AC96879E}" srcOrd="0" destOrd="0" presId="urn:microsoft.com/office/officeart/2018/5/layout/IconCircleLabelList"/>
    <dgm:cxn modelId="{017B0C93-39D2-4519-9BBD-F02BAB0B7786}" srcId="{B64D315E-CE19-4B0B-A753-AAD037145B78}" destId="{CFB53D22-750D-481F-B31F-FD10916A9AFC}" srcOrd="1" destOrd="0" parTransId="{FE7B4F45-6A40-4664-954D-92A4180AB8F7}" sibTransId="{4E77BB79-6F4E-4533-81E8-40A5E9A82B38}"/>
    <dgm:cxn modelId="{5DE934A3-727B-4DF2-9509-94B7BC895BEA}" srcId="{B64D315E-CE19-4B0B-A753-AAD037145B78}" destId="{53E2A203-F08D-4E61-9B6C-8F0A58F0B929}" srcOrd="2" destOrd="0" parTransId="{597555BE-F453-49EC-A638-D3DFFF84561E}" sibTransId="{AD2DA7B0-16A4-4058-A0B8-E5A56C011467}"/>
    <dgm:cxn modelId="{53216FE8-3675-49A4-B79B-BD05FD75A925}" srcId="{B64D315E-CE19-4B0B-A753-AAD037145B78}" destId="{25873FC5-7B3E-463A-87E0-DA95D3C1F9F7}" srcOrd="0" destOrd="0" parTransId="{362B6ADA-768E-472A-B546-D53F5F7177E3}" sibTransId="{E4AEABD7-271A-46AC-9576-1BEAF312C673}"/>
    <dgm:cxn modelId="{411AE5B0-B27D-442E-A5FE-B0B639E65517}" type="presParOf" srcId="{EA3DB4B4-9553-456F-BD54-F413AFF2FAE0}" destId="{99BBAFD6-8ACD-4440-9941-856BCD99B920}" srcOrd="0" destOrd="0" presId="urn:microsoft.com/office/officeart/2018/5/layout/IconCircleLabelList"/>
    <dgm:cxn modelId="{94840422-43A9-4E2B-AAD7-B7C843994779}" type="presParOf" srcId="{99BBAFD6-8ACD-4440-9941-856BCD99B920}" destId="{6D242A5F-6AC6-40B1-A5B1-E2298C69B753}" srcOrd="0" destOrd="0" presId="urn:microsoft.com/office/officeart/2018/5/layout/IconCircleLabelList"/>
    <dgm:cxn modelId="{4BE605D8-848F-46AC-B2A5-0E4D84BF2907}" type="presParOf" srcId="{99BBAFD6-8ACD-4440-9941-856BCD99B920}" destId="{8588F197-B803-4F60-92B5-352550D16742}" srcOrd="1" destOrd="0" presId="urn:microsoft.com/office/officeart/2018/5/layout/IconCircleLabelList"/>
    <dgm:cxn modelId="{02BDAA1E-FB92-4A5B-A7E1-9852029B6A01}" type="presParOf" srcId="{99BBAFD6-8ACD-4440-9941-856BCD99B920}" destId="{18609A31-3797-4DCA-9BBC-82BAF3463DAF}" srcOrd="2" destOrd="0" presId="urn:microsoft.com/office/officeart/2018/5/layout/IconCircleLabelList"/>
    <dgm:cxn modelId="{0BFB913C-3722-42AA-9E39-71A346B4C63D}" type="presParOf" srcId="{99BBAFD6-8ACD-4440-9941-856BCD99B920}" destId="{FFD0A692-3F7C-480B-B04D-D51489408BB0}" srcOrd="3" destOrd="0" presId="urn:microsoft.com/office/officeart/2018/5/layout/IconCircleLabelList"/>
    <dgm:cxn modelId="{63163FDD-C0D8-4592-8946-284C84E984C5}" type="presParOf" srcId="{EA3DB4B4-9553-456F-BD54-F413AFF2FAE0}" destId="{E5E44A3B-0A29-4F74-B1B6-663C9BDD79EE}" srcOrd="1" destOrd="0" presId="urn:microsoft.com/office/officeart/2018/5/layout/IconCircleLabelList"/>
    <dgm:cxn modelId="{E4A29465-6BE6-421C-A431-5AF44211A5BA}" type="presParOf" srcId="{EA3DB4B4-9553-456F-BD54-F413AFF2FAE0}" destId="{DDFB33C8-082A-496F-AAED-F70DBB64C7CB}" srcOrd="2" destOrd="0" presId="urn:microsoft.com/office/officeart/2018/5/layout/IconCircleLabelList"/>
    <dgm:cxn modelId="{390B9D93-03B9-4869-A239-C5AE7EE375D8}" type="presParOf" srcId="{DDFB33C8-082A-496F-AAED-F70DBB64C7CB}" destId="{B3594A0A-A184-4ABF-AD87-3CD189E430BA}" srcOrd="0" destOrd="0" presId="urn:microsoft.com/office/officeart/2018/5/layout/IconCircleLabelList"/>
    <dgm:cxn modelId="{69C87818-8BE1-4E66-92CD-6713E5BE02C2}" type="presParOf" srcId="{DDFB33C8-082A-496F-AAED-F70DBB64C7CB}" destId="{FC213D18-D6BD-4C2F-AF74-61D1FEA9EBDE}" srcOrd="1" destOrd="0" presId="urn:microsoft.com/office/officeart/2018/5/layout/IconCircleLabelList"/>
    <dgm:cxn modelId="{D08F9B0D-E823-4053-A31D-E13E00C7848F}" type="presParOf" srcId="{DDFB33C8-082A-496F-AAED-F70DBB64C7CB}" destId="{86B39FC4-6905-4E8B-A31D-1EF168215E1D}" srcOrd="2" destOrd="0" presId="urn:microsoft.com/office/officeart/2018/5/layout/IconCircleLabelList"/>
    <dgm:cxn modelId="{6CA1690F-46A6-4EAB-A2A4-6D4E1C25A5D7}" type="presParOf" srcId="{DDFB33C8-082A-496F-AAED-F70DBB64C7CB}" destId="{7AA6809E-C9F4-458B-84FC-F390E1A2732C}" srcOrd="3" destOrd="0" presId="urn:microsoft.com/office/officeart/2018/5/layout/IconCircleLabelList"/>
    <dgm:cxn modelId="{D5C47375-6B8C-4937-9EB0-CB99F61D854D}" type="presParOf" srcId="{EA3DB4B4-9553-456F-BD54-F413AFF2FAE0}" destId="{7DCC96BE-4981-47D0-81C1-FDB3BAA1B886}" srcOrd="3" destOrd="0" presId="urn:microsoft.com/office/officeart/2018/5/layout/IconCircleLabelList"/>
    <dgm:cxn modelId="{B2BFD52F-404B-4D12-9333-5F37F398CD50}" type="presParOf" srcId="{EA3DB4B4-9553-456F-BD54-F413AFF2FAE0}" destId="{D9A40648-6DDD-4215-A98A-83CB9975BBB3}" srcOrd="4" destOrd="0" presId="urn:microsoft.com/office/officeart/2018/5/layout/IconCircleLabelList"/>
    <dgm:cxn modelId="{58F2F464-121D-46F3-A50E-E82CB43DF53F}" type="presParOf" srcId="{D9A40648-6DDD-4215-A98A-83CB9975BBB3}" destId="{0707B2E2-F00B-480C-8DD5-86B2D216279B}" srcOrd="0" destOrd="0" presId="urn:microsoft.com/office/officeart/2018/5/layout/IconCircleLabelList"/>
    <dgm:cxn modelId="{D0BB55EB-279D-4EDF-A2FC-E6F61D0E0B55}" type="presParOf" srcId="{D9A40648-6DDD-4215-A98A-83CB9975BBB3}" destId="{3CF62852-2374-49E4-AB77-6B1630BD2D5D}" srcOrd="1" destOrd="0" presId="urn:microsoft.com/office/officeart/2018/5/layout/IconCircleLabelList"/>
    <dgm:cxn modelId="{09A6B1B7-1792-47A5-B695-42B307E0A9DA}" type="presParOf" srcId="{D9A40648-6DDD-4215-A98A-83CB9975BBB3}" destId="{FC09CC43-2A0E-46E9-992E-84151468EF6D}" srcOrd="2" destOrd="0" presId="urn:microsoft.com/office/officeart/2018/5/layout/IconCircleLabelList"/>
    <dgm:cxn modelId="{4555A38A-CD32-4B07-84AB-4A2ED8E665E4}" type="presParOf" srcId="{D9A40648-6DDD-4215-A98A-83CB9975BBB3}" destId="{268A11CF-BC2C-4D3C-8AC6-1B75AC96879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D15127D-F927-4672-83E9-F3C5E27039F3}" type="doc">
      <dgm:prSet loTypeId="urn:microsoft.com/office/officeart/2008/layout/AscendingPictureAccen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1C589B72-CC61-4BD3-A2FF-471CA98B5FD8}">
      <dgm:prSet phldrT="[Testo]" phldr="0" custT="1"/>
      <dgm:spPr>
        <a:solidFill>
          <a:srgbClr val="0070C0"/>
        </a:solidFill>
      </dgm:spPr>
      <dgm:t>
        <a:bodyPr/>
        <a:lstStyle/>
        <a:p>
          <a:pPr algn="ctr">
            <a:lnSpc>
              <a:spcPct val="100000"/>
            </a:lnSpc>
          </a:pPr>
          <a:r>
            <a:rPr lang="it-IT" sz="2000" dirty="0"/>
            <a:t>Tempo d’attesa in coda, 90% dei casi,  ≤15:55 minuti </a:t>
          </a:r>
        </a:p>
      </dgm:t>
    </dgm:pt>
    <dgm:pt modelId="{6CE5D420-4A46-4091-A431-963A7D59BC1D}" type="parTrans" cxnId="{89B77F23-A1CB-4CC4-B9D8-1F99D3205D7C}">
      <dgm:prSet/>
      <dgm:spPr/>
      <dgm:t>
        <a:bodyPr/>
        <a:lstStyle/>
        <a:p>
          <a:endParaRPr lang="it-IT"/>
        </a:p>
      </dgm:t>
    </dgm:pt>
    <dgm:pt modelId="{75DEC761-74FC-400B-B00F-717AF46155A7}" type="sibTrans" cxnId="{89B77F23-A1CB-4CC4-B9D8-1F99D3205D7C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it-IT"/>
        </a:p>
      </dgm:t>
      <dgm:extLst>
        <a:ext uri="{E40237B7-FDA0-4F09-8148-C483321AD2D9}">
          <dgm14:cNvPr xmlns:dgm14="http://schemas.microsoft.com/office/drawing/2010/diagram" id="0" name="" descr="Immagine che contiene vestiti, vestito, schermata, donna&#10;&#10;Il contenuto generato dall'IA potrebbe non essere corretto.">
            <a:extLst>
              <a:ext uri="{FF2B5EF4-FFF2-40B4-BE49-F238E27FC236}">
                <a16:creationId xmlns:a16="http://schemas.microsoft.com/office/drawing/2014/main" id="{CA234A3B-55F7-1E7F-66BF-EA6968CB186B}"/>
              </a:ext>
            </a:extLst>
          </dgm14:cNvPr>
        </a:ext>
      </dgm:extLst>
    </dgm:pt>
    <dgm:pt modelId="{41519654-51F3-4BEF-B80F-6C5FC5C296AC}" type="pres">
      <dgm:prSet presAssocID="{1D15127D-F927-4672-83E9-F3C5E27039F3}" presName="Name0" presStyleCnt="0">
        <dgm:presLayoutVars>
          <dgm:chMax val="7"/>
          <dgm:chPref val="7"/>
          <dgm:dir/>
        </dgm:presLayoutVars>
      </dgm:prSet>
      <dgm:spPr/>
    </dgm:pt>
    <dgm:pt modelId="{331F0E02-8BD8-4F47-8DF6-512F05AFDE6B}" type="pres">
      <dgm:prSet presAssocID="{1C589B72-CC61-4BD3-A2FF-471CA98B5FD8}" presName="parTx1" presStyleLbl="node1" presStyleIdx="0" presStyleCnt="1" custScaleX="115515" custScaleY="264969"/>
      <dgm:spPr/>
    </dgm:pt>
    <dgm:pt modelId="{E6ECABAC-6DAF-46C2-B9B3-81DEBCF402BB}" type="pres">
      <dgm:prSet presAssocID="{75DEC761-74FC-400B-B00F-717AF46155A7}" presName="picture1" presStyleCnt="0"/>
      <dgm:spPr/>
    </dgm:pt>
    <dgm:pt modelId="{61EC10A8-26C0-4A92-B9B0-295AC6F37B9F}" type="pres">
      <dgm:prSet presAssocID="{75DEC761-74FC-400B-B00F-717AF46155A7}" presName="imageRepeatNode" presStyleLbl="fgImgPlace1" presStyleIdx="0" presStyleCnt="1"/>
      <dgm:spPr/>
    </dgm:pt>
  </dgm:ptLst>
  <dgm:cxnLst>
    <dgm:cxn modelId="{89B77F23-A1CB-4CC4-B9D8-1F99D3205D7C}" srcId="{1D15127D-F927-4672-83E9-F3C5E27039F3}" destId="{1C589B72-CC61-4BD3-A2FF-471CA98B5FD8}" srcOrd="0" destOrd="0" parTransId="{6CE5D420-4A46-4091-A431-963A7D59BC1D}" sibTransId="{75DEC761-74FC-400B-B00F-717AF46155A7}"/>
    <dgm:cxn modelId="{8AA5A169-91A7-43D8-BFAB-3126994B148F}" type="presOf" srcId="{75DEC761-74FC-400B-B00F-717AF46155A7}" destId="{61EC10A8-26C0-4A92-B9B0-295AC6F37B9F}" srcOrd="0" destOrd="0" presId="urn:microsoft.com/office/officeart/2008/layout/AscendingPictureAccentProcess"/>
    <dgm:cxn modelId="{B0DEE771-8700-4138-B86B-FE45F32A3FA0}" type="presOf" srcId="{1C589B72-CC61-4BD3-A2FF-471CA98B5FD8}" destId="{331F0E02-8BD8-4F47-8DF6-512F05AFDE6B}" srcOrd="0" destOrd="0" presId="urn:microsoft.com/office/officeart/2008/layout/AscendingPictureAccentProcess"/>
    <dgm:cxn modelId="{D46C62DC-F0E9-408C-9424-7389F27E4C7D}" type="presOf" srcId="{1D15127D-F927-4672-83E9-F3C5E27039F3}" destId="{41519654-51F3-4BEF-B80F-6C5FC5C296AC}" srcOrd="0" destOrd="0" presId="urn:microsoft.com/office/officeart/2008/layout/AscendingPictureAccentProcess"/>
    <dgm:cxn modelId="{57343428-04AF-479F-94A3-246701740695}" type="presParOf" srcId="{41519654-51F3-4BEF-B80F-6C5FC5C296AC}" destId="{331F0E02-8BD8-4F47-8DF6-512F05AFDE6B}" srcOrd="0" destOrd="0" presId="urn:microsoft.com/office/officeart/2008/layout/AscendingPictureAccentProcess"/>
    <dgm:cxn modelId="{90765FD9-1010-4C14-AD74-2977EDAABECD}" type="presParOf" srcId="{41519654-51F3-4BEF-B80F-6C5FC5C296AC}" destId="{E6ECABAC-6DAF-46C2-B9B3-81DEBCF402BB}" srcOrd="1" destOrd="0" presId="urn:microsoft.com/office/officeart/2008/layout/AscendingPictureAccentProcess"/>
    <dgm:cxn modelId="{7244BF58-F0A5-4760-B5AB-EB03662226B5}" type="presParOf" srcId="{E6ECABAC-6DAF-46C2-B9B3-81DEBCF402BB}" destId="{61EC10A8-26C0-4A92-B9B0-295AC6F37B9F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D15127D-F927-4672-83E9-F3C5E27039F3}" type="doc">
      <dgm:prSet loTypeId="urn:microsoft.com/office/officeart/2008/layout/AscendingPictureAccen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1C589B72-CC61-4BD3-A2FF-471CA98B5FD8}">
      <dgm:prSet phldrT="[Testo]" phldr="0" custT="1"/>
      <dgm:spPr>
        <a:solidFill>
          <a:srgbClr val="0070C0"/>
        </a:solidFill>
      </dgm:spPr>
      <dgm:t>
        <a:bodyPr/>
        <a:lstStyle/>
        <a:p>
          <a:pPr algn="ctr"/>
          <a:r>
            <a:rPr lang="it-IT" sz="2000" dirty="0"/>
            <a:t>Tempo d’attesa in coda, 90% dei casi, </a:t>
          </a:r>
          <a:r>
            <a:rPr lang="it-IT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≤</a:t>
          </a:r>
          <a:r>
            <a:rPr lang="it-IT" sz="2000" dirty="0"/>
            <a:t>5:40 minuti </a:t>
          </a:r>
        </a:p>
      </dgm:t>
    </dgm:pt>
    <dgm:pt modelId="{6CE5D420-4A46-4091-A431-963A7D59BC1D}" type="parTrans" cxnId="{89B77F23-A1CB-4CC4-B9D8-1F99D3205D7C}">
      <dgm:prSet/>
      <dgm:spPr/>
      <dgm:t>
        <a:bodyPr/>
        <a:lstStyle/>
        <a:p>
          <a:endParaRPr lang="it-IT"/>
        </a:p>
      </dgm:t>
    </dgm:pt>
    <dgm:pt modelId="{75DEC761-74FC-400B-B00F-717AF46155A7}" type="sibTrans" cxnId="{89B77F23-A1CB-4CC4-B9D8-1F99D3205D7C}">
      <dgm:prSet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  <dgm:t>
        <a:bodyPr/>
        <a:lstStyle/>
        <a:p>
          <a:endParaRPr lang="it-IT"/>
        </a:p>
      </dgm:t>
    </dgm:pt>
    <dgm:pt modelId="{41519654-51F3-4BEF-B80F-6C5FC5C296AC}" type="pres">
      <dgm:prSet presAssocID="{1D15127D-F927-4672-83E9-F3C5E27039F3}" presName="Name0" presStyleCnt="0">
        <dgm:presLayoutVars>
          <dgm:chMax val="7"/>
          <dgm:chPref val="7"/>
          <dgm:dir/>
        </dgm:presLayoutVars>
      </dgm:prSet>
      <dgm:spPr/>
    </dgm:pt>
    <dgm:pt modelId="{331F0E02-8BD8-4F47-8DF6-512F05AFDE6B}" type="pres">
      <dgm:prSet presAssocID="{1C589B72-CC61-4BD3-A2FF-471CA98B5FD8}" presName="parTx1" presStyleLbl="node1" presStyleIdx="0" presStyleCnt="1" custScaleX="115515" custScaleY="264969"/>
      <dgm:spPr/>
    </dgm:pt>
    <dgm:pt modelId="{E6ECABAC-6DAF-46C2-B9B3-81DEBCF402BB}" type="pres">
      <dgm:prSet presAssocID="{75DEC761-74FC-400B-B00F-717AF46155A7}" presName="picture1" presStyleCnt="0"/>
      <dgm:spPr/>
    </dgm:pt>
    <dgm:pt modelId="{61EC10A8-26C0-4A92-B9B0-295AC6F37B9F}" type="pres">
      <dgm:prSet presAssocID="{75DEC761-74FC-400B-B00F-717AF46155A7}" presName="imageRepeatNode" presStyleLbl="fgImgPlace1" presStyleIdx="0" presStyleCnt="1"/>
      <dgm:spPr/>
    </dgm:pt>
  </dgm:ptLst>
  <dgm:cxnLst>
    <dgm:cxn modelId="{89B77F23-A1CB-4CC4-B9D8-1F99D3205D7C}" srcId="{1D15127D-F927-4672-83E9-F3C5E27039F3}" destId="{1C589B72-CC61-4BD3-A2FF-471CA98B5FD8}" srcOrd="0" destOrd="0" parTransId="{6CE5D420-4A46-4091-A431-963A7D59BC1D}" sibTransId="{75DEC761-74FC-400B-B00F-717AF46155A7}"/>
    <dgm:cxn modelId="{8AA5A169-91A7-43D8-BFAB-3126994B148F}" type="presOf" srcId="{75DEC761-74FC-400B-B00F-717AF46155A7}" destId="{61EC10A8-26C0-4A92-B9B0-295AC6F37B9F}" srcOrd="0" destOrd="0" presId="urn:microsoft.com/office/officeart/2008/layout/AscendingPictureAccentProcess"/>
    <dgm:cxn modelId="{B0DEE771-8700-4138-B86B-FE45F32A3FA0}" type="presOf" srcId="{1C589B72-CC61-4BD3-A2FF-471CA98B5FD8}" destId="{331F0E02-8BD8-4F47-8DF6-512F05AFDE6B}" srcOrd="0" destOrd="0" presId="urn:microsoft.com/office/officeart/2008/layout/AscendingPictureAccentProcess"/>
    <dgm:cxn modelId="{D46C62DC-F0E9-408C-9424-7389F27E4C7D}" type="presOf" srcId="{1D15127D-F927-4672-83E9-F3C5E27039F3}" destId="{41519654-51F3-4BEF-B80F-6C5FC5C296AC}" srcOrd="0" destOrd="0" presId="urn:microsoft.com/office/officeart/2008/layout/AscendingPictureAccentProcess"/>
    <dgm:cxn modelId="{57343428-04AF-479F-94A3-246701740695}" type="presParOf" srcId="{41519654-51F3-4BEF-B80F-6C5FC5C296AC}" destId="{331F0E02-8BD8-4F47-8DF6-512F05AFDE6B}" srcOrd="0" destOrd="0" presId="urn:microsoft.com/office/officeart/2008/layout/AscendingPictureAccentProcess"/>
    <dgm:cxn modelId="{90765FD9-1010-4C14-AD74-2977EDAABECD}" type="presParOf" srcId="{41519654-51F3-4BEF-B80F-6C5FC5C296AC}" destId="{E6ECABAC-6DAF-46C2-B9B3-81DEBCF402BB}" srcOrd="1" destOrd="0" presId="urn:microsoft.com/office/officeart/2008/layout/AscendingPictureAccentProcess"/>
    <dgm:cxn modelId="{7244BF58-F0A5-4760-B5AB-EB03662226B5}" type="presParOf" srcId="{E6ECABAC-6DAF-46C2-B9B3-81DEBCF402BB}" destId="{61EC10A8-26C0-4A92-B9B0-295AC6F37B9F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64D315E-CE19-4B0B-A753-AAD037145B78}" type="doc">
      <dgm:prSet loTypeId="urn:microsoft.com/office/officeart/2018/5/layout/IconCircleLabelList" loCatId="icon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5873FC5-7B3E-463A-87E0-DA95D3C1F9F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dirty="0">
              <a:solidFill>
                <a:schemeClr val="bg1">
                  <a:lumMod val="75000"/>
                </a:schemeClr>
              </a:solidFill>
            </a:rPr>
            <a:t>Introduzione</a:t>
          </a:r>
          <a:endParaRPr lang="en-US" dirty="0">
            <a:solidFill>
              <a:schemeClr val="bg1">
                <a:lumMod val="75000"/>
              </a:schemeClr>
            </a:solidFill>
          </a:endParaRPr>
        </a:p>
      </dgm:t>
    </dgm:pt>
    <dgm:pt modelId="{362B6ADA-768E-472A-B546-D53F5F7177E3}" type="parTrans" cxnId="{53216FE8-3675-49A4-B79B-BD05FD75A925}">
      <dgm:prSet/>
      <dgm:spPr/>
      <dgm:t>
        <a:bodyPr/>
        <a:lstStyle/>
        <a:p>
          <a:endParaRPr lang="en-US"/>
        </a:p>
      </dgm:t>
    </dgm:pt>
    <dgm:pt modelId="{E4AEABD7-271A-46AC-9576-1BEAF312C673}" type="sibTrans" cxnId="{53216FE8-3675-49A4-B79B-BD05FD75A925}">
      <dgm:prSet/>
      <dgm:spPr/>
      <dgm:t>
        <a:bodyPr/>
        <a:lstStyle/>
        <a:p>
          <a:endParaRPr lang="en-US"/>
        </a:p>
      </dgm:t>
    </dgm:pt>
    <dgm:pt modelId="{CFB53D22-750D-481F-B31F-FD10916A9AF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dirty="0">
              <a:solidFill>
                <a:schemeClr val="bg1">
                  <a:lumMod val="75000"/>
                </a:schemeClr>
              </a:solidFill>
            </a:rPr>
            <a:t>Modello </a:t>
          </a:r>
          <a:endParaRPr lang="en-US" dirty="0">
            <a:solidFill>
              <a:schemeClr val="bg1">
                <a:lumMod val="75000"/>
              </a:schemeClr>
            </a:solidFill>
          </a:endParaRPr>
        </a:p>
      </dgm:t>
    </dgm:pt>
    <dgm:pt modelId="{FE7B4F45-6A40-4664-954D-92A4180AB8F7}" type="parTrans" cxnId="{017B0C93-39D2-4519-9BBD-F02BAB0B7786}">
      <dgm:prSet/>
      <dgm:spPr/>
      <dgm:t>
        <a:bodyPr/>
        <a:lstStyle/>
        <a:p>
          <a:endParaRPr lang="en-US"/>
        </a:p>
      </dgm:t>
    </dgm:pt>
    <dgm:pt modelId="{4E77BB79-6F4E-4533-81E8-40A5E9A82B38}" type="sibTrans" cxnId="{017B0C93-39D2-4519-9BBD-F02BAB0B7786}">
      <dgm:prSet/>
      <dgm:spPr/>
      <dgm:t>
        <a:bodyPr/>
        <a:lstStyle/>
        <a:p>
          <a:endParaRPr lang="en-US"/>
        </a:p>
      </dgm:t>
    </dgm:pt>
    <dgm:pt modelId="{53E2A203-F08D-4E61-9B6C-8F0A58F0B92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dirty="0">
              <a:solidFill>
                <a:schemeClr val="tx1"/>
              </a:solidFill>
            </a:rPr>
            <a:t>Modello Migliorativo</a:t>
          </a:r>
          <a:endParaRPr lang="en-US" dirty="0">
            <a:solidFill>
              <a:schemeClr val="tx1"/>
            </a:solidFill>
          </a:endParaRPr>
        </a:p>
      </dgm:t>
    </dgm:pt>
    <dgm:pt modelId="{597555BE-F453-49EC-A638-D3DFFF84561E}" type="parTrans" cxnId="{5DE934A3-727B-4DF2-9509-94B7BC895BEA}">
      <dgm:prSet/>
      <dgm:spPr/>
      <dgm:t>
        <a:bodyPr/>
        <a:lstStyle/>
        <a:p>
          <a:endParaRPr lang="en-US"/>
        </a:p>
      </dgm:t>
    </dgm:pt>
    <dgm:pt modelId="{AD2DA7B0-16A4-4058-A0B8-E5A56C011467}" type="sibTrans" cxnId="{5DE934A3-727B-4DF2-9509-94B7BC895BEA}">
      <dgm:prSet/>
      <dgm:spPr/>
      <dgm:t>
        <a:bodyPr/>
        <a:lstStyle/>
        <a:p>
          <a:endParaRPr lang="en-US"/>
        </a:p>
      </dgm:t>
    </dgm:pt>
    <dgm:pt modelId="{EA3DB4B4-9553-456F-BD54-F413AFF2FAE0}" type="pres">
      <dgm:prSet presAssocID="{B64D315E-CE19-4B0B-A753-AAD037145B78}" presName="root" presStyleCnt="0">
        <dgm:presLayoutVars>
          <dgm:dir/>
          <dgm:resizeHandles val="exact"/>
        </dgm:presLayoutVars>
      </dgm:prSet>
      <dgm:spPr/>
    </dgm:pt>
    <dgm:pt modelId="{99BBAFD6-8ACD-4440-9941-856BCD99B920}" type="pres">
      <dgm:prSet presAssocID="{25873FC5-7B3E-463A-87E0-DA95D3C1F9F7}" presName="compNode" presStyleCnt="0"/>
      <dgm:spPr/>
    </dgm:pt>
    <dgm:pt modelId="{6D242A5F-6AC6-40B1-A5B1-E2298C69B753}" type="pres">
      <dgm:prSet presAssocID="{25873FC5-7B3E-463A-87E0-DA95D3C1F9F7}" presName="iconBgRect" presStyleLbl="bgShp" presStyleIdx="0" presStyleCnt="3"/>
      <dgm:spPr>
        <a:solidFill>
          <a:srgbClr val="D1DFCC"/>
        </a:solidFill>
      </dgm:spPr>
    </dgm:pt>
    <dgm:pt modelId="{8588F197-B803-4F60-92B5-352550D16742}" type="pres">
      <dgm:prSet presAssocID="{25873FC5-7B3E-463A-87E0-DA95D3C1F9F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ente"/>
        </a:ext>
      </dgm:extLst>
    </dgm:pt>
    <dgm:pt modelId="{18609A31-3797-4DCA-9BBC-82BAF3463DAF}" type="pres">
      <dgm:prSet presAssocID="{25873FC5-7B3E-463A-87E0-DA95D3C1F9F7}" presName="spaceRect" presStyleCnt="0"/>
      <dgm:spPr/>
    </dgm:pt>
    <dgm:pt modelId="{FFD0A692-3F7C-480B-B04D-D51489408BB0}" type="pres">
      <dgm:prSet presAssocID="{25873FC5-7B3E-463A-87E0-DA95D3C1F9F7}" presName="textRect" presStyleLbl="revTx" presStyleIdx="0" presStyleCnt="3">
        <dgm:presLayoutVars>
          <dgm:chMax val="1"/>
          <dgm:chPref val="1"/>
        </dgm:presLayoutVars>
      </dgm:prSet>
      <dgm:spPr/>
    </dgm:pt>
    <dgm:pt modelId="{E5E44A3B-0A29-4F74-B1B6-663C9BDD79EE}" type="pres">
      <dgm:prSet presAssocID="{E4AEABD7-271A-46AC-9576-1BEAF312C673}" presName="sibTrans" presStyleCnt="0"/>
      <dgm:spPr/>
    </dgm:pt>
    <dgm:pt modelId="{DDFB33C8-082A-496F-AAED-F70DBB64C7CB}" type="pres">
      <dgm:prSet presAssocID="{CFB53D22-750D-481F-B31F-FD10916A9AFC}" presName="compNode" presStyleCnt="0"/>
      <dgm:spPr/>
    </dgm:pt>
    <dgm:pt modelId="{B3594A0A-A184-4ABF-AD87-3CD189E430BA}" type="pres">
      <dgm:prSet presAssocID="{CFB53D22-750D-481F-B31F-FD10916A9AFC}" presName="iconBgRect" presStyleLbl="bgShp" presStyleIdx="1" presStyleCnt="3"/>
      <dgm:spPr>
        <a:solidFill>
          <a:srgbClr val="D1DFCC"/>
        </a:solidFill>
      </dgm:spPr>
    </dgm:pt>
    <dgm:pt modelId="{FC213D18-D6BD-4C2F-AF74-61D1FEA9EBDE}" type="pres">
      <dgm:prSet presAssocID="{CFB53D22-750D-481F-B31F-FD10916A9AF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86B39FC4-6905-4E8B-A31D-1EF168215E1D}" type="pres">
      <dgm:prSet presAssocID="{CFB53D22-750D-481F-B31F-FD10916A9AFC}" presName="spaceRect" presStyleCnt="0"/>
      <dgm:spPr/>
    </dgm:pt>
    <dgm:pt modelId="{7AA6809E-C9F4-458B-84FC-F390E1A2732C}" type="pres">
      <dgm:prSet presAssocID="{CFB53D22-750D-481F-B31F-FD10916A9AFC}" presName="textRect" presStyleLbl="revTx" presStyleIdx="1" presStyleCnt="3">
        <dgm:presLayoutVars>
          <dgm:chMax val="1"/>
          <dgm:chPref val="1"/>
        </dgm:presLayoutVars>
      </dgm:prSet>
      <dgm:spPr/>
    </dgm:pt>
    <dgm:pt modelId="{7DCC96BE-4981-47D0-81C1-FDB3BAA1B886}" type="pres">
      <dgm:prSet presAssocID="{4E77BB79-6F4E-4533-81E8-40A5E9A82B38}" presName="sibTrans" presStyleCnt="0"/>
      <dgm:spPr/>
    </dgm:pt>
    <dgm:pt modelId="{D9A40648-6DDD-4215-A98A-83CB9975BBB3}" type="pres">
      <dgm:prSet presAssocID="{53E2A203-F08D-4E61-9B6C-8F0A58F0B929}" presName="compNode" presStyleCnt="0"/>
      <dgm:spPr/>
    </dgm:pt>
    <dgm:pt modelId="{0707B2E2-F00B-480C-8DD5-86B2D216279B}" type="pres">
      <dgm:prSet presAssocID="{53E2A203-F08D-4E61-9B6C-8F0A58F0B929}" presName="iconBgRect" presStyleLbl="bgShp" presStyleIdx="2" presStyleCnt="3"/>
      <dgm:spPr>
        <a:solidFill>
          <a:srgbClr val="A2BE98"/>
        </a:solidFill>
      </dgm:spPr>
    </dgm:pt>
    <dgm:pt modelId="{3CF62852-2374-49E4-AB77-6B1630BD2D5D}" type="pres">
      <dgm:prSet presAssocID="{53E2A203-F08D-4E61-9B6C-8F0A58F0B92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FC09CC43-2A0E-46E9-992E-84151468EF6D}" type="pres">
      <dgm:prSet presAssocID="{53E2A203-F08D-4E61-9B6C-8F0A58F0B929}" presName="spaceRect" presStyleCnt="0"/>
      <dgm:spPr/>
    </dgm:pt>
    <dgm:pt modelId="{268A11CF-BC2C-4D3C-8AC6-1B75AC96879E}" type="pres">
      <dgm:prSet presAssocID="{53E2A203-F08D-4E61-9B6C-8F0A58F0B92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A22A324-1CF0-4F14-BCF3-A527752A146D}" type="presOf" srcId="{B64D315E-CE19-4B0B-A753-AAD037145B78}" destId="{EA3DB4B4-9553-456F-BD54-F413AFF2FAE0}" srcOrd="0" destOrd="0" presId="urn:microsoft.com/office/officeart/2018/5/layout/IconCircleLabelList"/>
    <dgm:cxn modelId="{77B1322B-1DAE-48C6-B134-5F656EDD469D}" type="presOf" srcId="{CFB53D22-750D-481F-B31F-FD10916A9AFC}" destId="{7AA6809E-C9F4-458B-84FC-F390E1A2732C}" srcOrd="0" destOrd="0" presId="urn:microsoft.com/office/officeart/2018/5/layout/IconCircleLabelList"/>
    <dgm:cxn modelId="{0E91A22B-9194-4BCF-8A91-5196A7387A7B}" type="presOf" srcId="{25873FC5-7B3E-463A-87E0-DA95D3C1F9F7}" destId="{FFD0A692-3F7C-480B-B04D-D51489408BB0}" srcOrd="0" destOrd="0" presId="urn:microsoft.com/office/officeart/2018/5/layout/IconCircleLabelList"/>
    <dgm:cxn modelId="{76C62A41-E1CF-42FE-A75C-13A3435D48DC}" type="presOf" srcId="{53E2A203-F08D-4E61-9B6C-8F0A58F0B929}" destId="{268A11CF-BC2C-4D3C-8AC6-1B75AC96879E}" srcOrd="0" destOrd="0" presId="urn:microsoft.com/office/officeart/2018/5/layout/IconCircleLabelList"/>
    <dgm:cxn modelId="{017B0C93-39D2-4519-9BBD-F02BAB0B7786}" srcId="{B64D315E-CE19-4B0B-A753-AAD037145B78}" destId="{CFB53D22-750D-481F-B31F-FD10916A9AFC}" srcOrd="1" destOrd="0" parTransId="{FE7B4F45-6A40-4664-954D-92A4180AB8F7}" sibTransId="{4E77BB79-6F4E-4533-81E8-40A5E9A82B38}"/>
    <dgm:cxn modelId="{5DE934A3-727B-4DF2-9509-94B7BC895BEA}" srcId="{B64D315E-CE19-4B0B-A753-AAD037145B78}" destId="{53E2A203-F08D-4E61-9B6C-8F0A58F0B929}" srcOrd="2" destOrd="0" parTransId="{597555BE-F453-49EC-A638-D3DFFF84561E}" sibTransId="{AD2DA7B0-16A4-4058-A0B8-E5A56C011467}"/>
    <dgm:cxn modelId="{53216FE8-3675-49A4-B79B-BD05FD75A925}" srcId="{B64D315E-CE19-4B0B-A753-AAD037145B78}" destId="{25873FC5-7B3E-463A-87E0-DA95D3C1F9F7}" srcOrd="0" destOrd="0" parTransId="{362B6ADA-768E-472A-B546-D53F5F7177E3}" sibTransId="{E4AEABD7-271A-46AC-9576-1BEAF312C673}"/>
    <dgm:cxn modelId="{411AE5B0-B27D-442E-A5FE-B0B639E65517}" type="presParOf" srcId="{EA3DB4B4-9553-456F-BD54-F413AFF2FAE0}" destId="{99BBAFD6-8ACD-4440-9941-856BCD99B920}" srcOrd="0" destOrd="0" presId="urn:microsoft.com/office/officeart/2018/5/layout/IconCircleLabelList"/>
    <dgm:cxn modelId="{94840422-43A9-4E2B-AAD7-B7C843994779}" type="presParOf" srcId="{99BBAFD6-8ACD-4440-9941-856BCD99B920}" destId="{6D242A5F-6AC6-40B1-A5B1-E2298C69B753}" srcOrd="0" destOrd="0" presId="urn:microsoft.com/office/officeart/2018/5/layout/IconCircleLabelList"/>
    <dgm:cxn modelId="{4BE605D8-848F-46AC-B2A5-0E4D84BF2907}" type="presParOf" srcId="{99BBAFD6-8ACD-4440-9941-856BCD99B920}" destId="{8588F197-B803-4F60-92B5-352550D16742}" srcOrd="1" destOrd="0" presId="urn:microsoft.com/office/officeart/2018/5/layout/IconCircleLabelList"/>
    <dgm:cxn modelId="{02BDAA1E-FB92-4A5B-A7E1-9852029B6A01}" type="presParOf" srcId="{99BBAFD6-8ACD-4440-9941-856BCD99B920}" destId="{18609A31-3797-4DCA-9BBC-82BAF3463DAF}" srcOrd="2" destOrd="0" presId="urn:microsoft.com/office/officeart/2018/5/layout/IconCircleLabelList"/>
    <dgm:cxn modelId="{0BFB913C-3722-42AA-9E39-71A346B4C63D}" type="presParOf" srcId="{99BBAFD6-8ACD-4440-9941-856BCD99B920}" destId="{FFD0A692-3F7C-480B-B04D-D51489408BB0}" srcOrd="3" destOrd="0" presId="urn:microsoft.com/office/officeart/2018/5/layout/IconCircleLabelList"/>
    <dgm:cxn modelId="{63163FDD-C0D8-4592-8946-284C84E984C5}" type="presParOf" srcId="{EA3DB4B4-9553-456F-BD54-F413AFF2FAE0}" destId="{E5E44A3B-0A29-4F74-B1B6-663C9BDD79EE}" srcOrd="1" destOrd="0" presId="urn:microsoft.com/office/officeart/2018/5/layout/IconCircleLabelList"/>
    <dgm:cxn modelId="{E4A29465-6BE6-421C-A431-5AF44211A5BA}" type="presParOf" srcId="{EA3DB4B4-9553-456F-BD54-F413AFF2FAE0}" destId="{DDFB33C8-082A-496F-AAED-F70DBB64C7CB}" srcOrd="2" destOrd="0" presId="urn:microsoft.com/office/officeart/2018/5/layout/IconCircleLabelList"/>
    <dgm:cxn modelId="{390B9D93-03B9-4869-A239-C5AE7EE375D8}" type="presParOf" srcId="{DDFB33C8-082A-496F-AAED-F70DBB64C7CB}" destId="{B3594A0A-A184-4ABF-AD87-3CD189E430BA}" srcOrd="0" destOrd="0" presId="urn:microsoft.com/office/officeart/2018/5/layout/IconCircleLabelList"/>
    <dgm:cxn modelId="{69C87818-8BE1-4E66-92CD-6713E5BE02C2}" type="presParOf" srcId="{DDFB33C8-082A-496F-AAED-F70DBB64C7CB}" destId="{FC213D18-D6BD-4C2F-AF74-61D1FEA9EBDE}" srcOrd="1" destOrd="0" presId="urn:microsoft.com/office/officeart/2018/5/layout/IconCircleLabelList"/>
    <dgm:cxn modelId="{D08F9B0D-E823-4053-A31D-E13E00C7848F}" type="presParOf" srcId="{DDFB33C8-082A-496F-AAED-F70DBB64C7CB}" destId="{86B39FC4-6905-4E8B-A31D-1EF168215E1D}" srcOrd="2" destOrd="0" presId="urn:microsoft.com/office/officeart/2018/5/layout/IconCircleLabelList"/>
    <dgm:cxn modelId="{6CA1690F-46A6-4EAB-A2A4-6D4E1C25A5D7}" type="presParOf" srcId="{DDFB33C8-082A-496F-AAED-F70DBB64C7CB}" destId="{7AA6809E-C9F4-458B-84FC-F390E1A2732C}" srcOrd="3" destOrd="0" presId="urn:microsoft.com/office/officeart/2018/5/layout/IconCircleLabelList"/>
    <dgm:cxn modelId="{D5C47375-6B8C-4937-9EB0-CB99F61D854D}" type="presParOf" srcId="{EA3DB4B4-9553-456F-BD54-F413AFF2FAE0}" destId="{7DCC96BE-4981-47D0-81C1-FDB3BAA1B886}" srcOrd="3" destOrd="0" presId="urn:microsoft.com/office/officeart/2018/5/layout/IconCircleLabelList"/>
    <dgm:cxn modelId="{B2BFD52F-404B-4D12-9333-5F37F398CD50}" type="presParOf" srcId="{EA3DB4B4-9553-456F-BD54-F413AFF2FAE0}" destId="{D9A40648-6DDD-4215-A98A-83CB9975BBB3}" srcOrd="4" destOrd="0" presId="urn:microsoft.com/office/officeart/2018/5/layout/IconCircleLabelList"/>
    <dgm:cxn modelId="{58F2F464-121D-46F3-A50E-E82CB43DF53F}" type="presParOf" srcId="{D9A40648-6DDD-4215-A98A-83CB9975BBB3}" destId="{0707B2E2-F00B-480C-8DD5-86B2D216279B}" srcOrd="0" destOrd="0" presId="urn:microsoft.com/office/officeart/2018/5/layout/IconCircleLabelList"/>
    <dgm:cxn modelId="{D0BB55EB-279D-4EDF-A2FC-E6F61D0E0B55}" type="presParOf" srcId="{D9A40648-6DDD-4215-A98A-83CB9975BBB3}" destId="{3CF62852-2374-49E4-AB77-6B1630BD2D5D}" srcOrd="1" destOrd="0" presId="urn:microsoft.com/office/officeart/2018/5/layout/IconCircleLabelList"/>
    <dgm:cxn modelId="{09A6B1B7-1792-47A5-B695-42B307E0A9DA}" type="presParOf" srcId="{D9A40648-6DDD-4215-A98A-83CB9975BBB3}" destId="{FC09CC43-2A0E-46E9-992E-84151468EF6D}" srcOrd="2" destOrd="0" presId="urn:microsoft.com/office/officeart/2018/5/layout/IconCircleLabelList"/>
    <dgm:cxn modelId="{4555A38A-CD32-4B07-84AB-4A2ED8E665E4}" type="presParOf" srcId="{D9A40648-6DDD-4215-A98A-83CB9975BBB3}" destId="{268A11CF-BC2C-4D3C-8AC6-1B75AC96879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D15127D-F927-4672-83E9-F3C5E27039F3}" type="doc">
      <dgm:prSet loTypeId="urn:microsoft.com/office/officeart/2008/layout/AscendingPictureAccen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1C589B72-CC61-4BD3-A2FF-471CA98B5FD8}">
      <dgm:prSet phldrT="[Testo]" phldr="0" custT="1"/>
      <dgm:spPr>
        <a:solidFill>
          <a:schemeClr val="accent2"/>
        </a:solidFill>
      </dgm:spPr>
      <dgm:t>
        <a:bodyPr/>
        <a:lstStyle/>
        <a:p>
          <a:pPr algn="ctr">
            <a:lnSpc>
              <a:spcPct val="100000"/>
            </a:lnSpc>
          </a:pPr>
          <a:r>
            <a:rPr lang="it-IT" sz="2000" dirty="0"/>
            <a:t>Tempo d’attesa in coda, 90% dei casi,  ≤15:55 minuti </a:t>
          </a:r>
        </a:p>
      </dgm:t>
    </dgm:pt>
    <dgm:pt modelId="{6CE5D420-4A46-4091-A431-963A7D59BC1D}" type="parTrans" cxnId="{89B77F23-A1CB-4CC4-B9D8-1F99D3205D7C}">
      <dgm:prSet/>
      <dgm:spPr/>
      <dgm:t>
        <a:bodyPr/>
        <a:lstStyle/>
        <a:p>
          <a:endParaRPr lang="it-IT"/>
        </a:p>
      </dgm:t>
    </dgm:pt>
    <dgm:pt modelId="{75DEC761-74FC-400B-B00F-717AF46155A7}" type="sibTrans" cxnId="{89B77F23-A1CB-4CC4-B9D8-1F99D3205D7C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it-IT"/>
        </a:p>
      </dgm:t>
      <dgm:extLst>
        <a:ext uri="{E40237B7-FDA0-4F09-8148-C483321AD2D9}">
          <dgm14:cNvPr xmlns:dgm14="http://schemas.microsoft.com/office/drawing/2010/diagram" id="0" name="" descr="Immagine che contiene vestiti, vestito, schermata, donna&#10;&#10;Il contenuto generato dall'IA potrebbe non essere corretto.">
            <a:extLst>
              <a:ext uri="{FF2B5EF4-FFF2-40B4-BE49-F238E27FC236}">
                <a16:creationId xmlns:a16="http://schemas.microsoft.com/office/drawing/2014/main" id="{CA234A3B-55F7-1E7F-66BF-EA6968CB186B}"/>
              </a:ext>
            </a:extLst>
          </dgm14:cNvPr>
        </a:ext>
      </dgm:extLst>
    </dgm:pt>
    <dgm:pt modelId="{41519654-51F3-4BEF-B80F-6C5FC5C296AC}" type="pres">
      <dgm:prSet presAssocID="{1D15127D-F927-4672-83E9-F3C5E27039F3}" presName="Name0" presStyleCnt="0">
        <dgm:presLayoutVars>
          <dgm:chMax val="7"/>
          <dgm:chPref val="7"/>
          <dgm:dir/>
        </dgm:presLayoutVars>
      </dgm:prSet>
      <dgm:spPr/>
    </dgm:pt>
    <dgm:pt modelId="{331F0E02-8BD8-4F47-8DF6-512F05AFDE6B}" type="pres">
      <dgm:prSet presAssocID="{1C589B72-CC61-4BD3-A2FF-471CA98B5FD8}" presName="parTx1" presStyleLbl="node1" presStyleIdx="0" presStyleCnt="1" custScaleX="115515" custScaleY="264969"/>
      <dgm:spPr/>
    </dgm:pt>
    <dgm:pt modelId="{E6ECABAC-6DAF-46C2-B9B3-81DEBCF402BB}" type="pres">
      <dgm:prSet presAssocID="{75DEC761-74FC-400B-B00F-717AF46155A7}" presName="picture1" presStyleCnt="0"/>
      <dgm:spPr/>
    </dgm:pt>
    <dgm:pt modelId="{61EC10A8-26C0-4A92-B9B0-295AC6F37B9F}" type="pres">
      <dgm:prSet presAssocID="{75DEC761-74FC-400B-B00F-717AF46155A7}" presName="imageRepeatNode" presStyleLbl="fgImgPlace1" presStyleIdx="0" presStyleCnt="1"/>
      <dgm:spPr/>
    </dgm:pt>
  </dgm:ptLst>
  <dgm:cxnLst>
    <dgm:cxn modelId="{89B77F23-A1CB-4CC4-B9D8-1F99D3205D7C}" srcId="{1D15127D-F927-4672-83E9-F3C5E27039F3}" destId="{1C589B72-CC61-4BD3-A2FF-471CA98B5FD8}" srcOrd="0" destOrd="0" parTransId="{6CE5D420-4A46-4091-A431-963A7D59BC1D}" sibTransId="{75DEC761-74FC-400B-B00F-717AF46155A7}"/>
    <dgm:cxn modelId="{8AA5A169-91A7-43D8-BFAB-3126994B148F}" type="presOf" srcId="{75DEC761-74FC-400B-B00F-717AF46155A7}" destId="{61EC10A8-26C0-4A92-B9B0-295AC6F37B9F}" srcOrd="0" destOrd="0" presId="urn:microsoft.com/office/officeart/2008/layout/AscendingPictureAccentProcess"/>
    <dgm:cxn modelId="{B0DEE771-8700-4138-B86B-FE45F32A3FA0}" type="presOf" srcId="{1C589B72-CC61-4BD3-A2FF-471CA98B5FD8}" destId="{331F0E02-8BD8-4F47-8DF6-512F05AFDE6B}" srcOrd="0" destOrd="0" presId="urn:microsoft.com/office/officeart/2008/layout/AscendingPictureAccentProcess"/>
    <dgm:cxn modelId="{D46C62DC-F0E9-408C-9424-7389F27E4C7D}" type="presOf" srcId="{1D15127D-F927-4672-83E9-F3C5E27039F3}" destId="{41519654-51F3-4BEF-B80F-6C5FC5C296AC}" srcOrd="0" destOrd="0" presId="urn:microsoft.com/office/officeart/2008/layout/AscendingPictureAccentProcess"/>
    <dgm:cxn modelId="{57343428-04AF-479F-94A3-246701740695}" type="presParOf" srcId="{41519654-51F3-4BEF-B80F-6C5FC5C296AC}" destId="{331F0E02-8BD8-4F47-8DF6-512F05AFDE6B}" srcOrd="0" destOrd="0" presId="urn:microsoft.com/office/officeart/2008/layout/AscendingPictureAccentProcess"/>
    <dgm:cxn modelId="{90765FD9-1010-4C14-AD74-2977EDAABECD}" type="presParOf" srcId="{41519654-51F3-4BEF-B80F-6C5FC5C296AC}" destId="{E6ECABAC-6DAF-46C2-B9B3-81DEBCF402BB}" srcOrd="1" destOrd="0" presId="urn:microsoft.com/office/officeart/2008/layout/AscendingPictureAccentProcess"/>
    <dgm:cxn modelId="{7244BF58-F0A5-4760-B5AB-EB03662226B5}" type="presParOf" srcId="{E6ECABAC-6DAF-46C2-B9B3-81DEBCF402BB}" destId="{61EC10A8-26C0-4A92-B9B0-295AC6F37B9F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D15127D-F927-4672-83E9-F3C5E27039F3}" type="doc">
      <dgm:prSet loTypeId="urn:microsoft.com/office/officeart/2008/layout/AscendingPictureAccen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1C589B72-CC61-4BD3-A2FF-471CA98B5FD8}">
      <dgm:prSet phldrT="[Testo]" phldr="0" custT="1"/>
      <dgm:spPr>
        <a:solidFill>
          <a:schemeClr val="accent2"/>
        </a:solidFill>
      </dgm:spPr>
      <dgm:t>
        <a:bodyPr/>
        <a:lstStyle/>
        <a:p>
          <a:pPr algn="ctr"/>
          <a:r>
            <a:rPr lang="it-IT" sz="2000" dirty="0"/>
            <a:t>Tempo d’attesa in coda, 90% dei casi, </a:t>
          </a:r>
          <a:r>
            <a:rPr lang="it-IT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≤</a:t>
          </a:r>
          <a:r>
            <a:rPr lang="it-IT" sz="2000" dirty="0"/>
            <a:t>5:40 minuti </a:t>
          </a:r>
        </a:p>
      </dgm:t>
    </dgm:pt>
    <dgm:pt modelId="{6CE5D420-4A46-4091-A431-963A7D59BC1D}" type="parTrans" cxnId="{89B77F23-A1CB-4CC4-B9D8-1F99D3205D7C}">
      <dgm:prSet/>
      <dgm:spPr/>
      <dgm:t>
        <a:bodyPr/>
        <a:lstStyle/>
        <a:p>
          <a:endParaRPr lang="it-IT"/>
        </a:p>
      </dgm:t>
    </dgm:pt>
    <dgm:pt modelId="{75DEC761-74FC-400B-B00F-717AF46155A7}" type="sibTrans" cxnId="{89B77F23-A1CB-4CC4-B9D8-1F99D3205D7C}">
      <dgm:prSet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  <dgm:t>
        <a:bodyPr/>
        <a:lstStyle/>
        <a:p>
          <a:endParaRPr lang="it-IT"/>
        </a:p>
      </dgm:t>
    </dgm:pt>
    <dgm:pt modelId="{41519654-51F3-4BEF-B80F-6C5FC5C296AC}" type="pres">
      <dgm:prSet presAssocID="{1D15127D-F927-4672-83E9-F3C5E27039F3}" presName="Name0" presStyleCnt="0">
        <dgm:presLayoutVars>
          <dgm:chMax val="7"/>
          <dgm:chPref val="7"/>
          <dgm:dir/>
        </dgm:presLayoutVars>
      </dgm:prSet>
      <dgm:spPr/>
    </dgm:pt>
    <dgm:pt modelId="{331F0E02-8BD8-4F47-8DF6-512F05AFDE6B}" type="pres">
      <dgm:prSet presAssocID="{1C589B72-CC61-4BD3-A2FF-471CA98B5FD8}" presName="parTx1" presStyleLbl="node1" presStyleIdx="0" presStyleCnt="1" custScaleX="115515" custScaleY="264969"/>
      <dgm:spPr/>
    </dgm:pt>
    <dgm:pt modelId="{E6ECABAC-6DAF-46C2-B9B3-81DEBCF402BB}" type="pres">
      <dgm:prSet presAssocID="{75DEC761-74FC-400B-B00F-717AF46155A7}" presName="picture1" presStyleCnt="0"/>
      <dgm:spPr/>
    </dgm:pt>
    <dgm:pt modelId="{61EC10A8-26C0-4A92-B9B0-295AC6F37B9F}" type="pres">
      <dgm:prSet presAssocID="{75DEC761-74FC-400B-B00F-717AF46155A7}" presName="imageRepeatNode" presStyleLbl="fgImgPlace1" presStyleIdx="0" presStyleCnt="1"/>
      <dgm:spPr/>
    </dgm:pt>
  </dgm:ptLst>
  <dgm:cxnLst>
    <dgm:cxn modelId="{89B77F23-A1CB-4CC4-B9D8-1F99D3205D7C}" srcId="{1D15127D-F927-4672-83E9-F3C5E27039F3}" destId="{1C589B72-CC61-4BD3-A2FF-471CA98B5FD8}" srcOrd="0" destOrd="0" parTransId="{6CE5D420-4A46-4091-A431-963A7D59BC1D}" sibTransId="{75DEC761-74FC-400B-B00F-717AF46155A7}"/>
    <dgm:cxn modelId="{8AA5A169-91A7-43D8-BFAB-3126994B148F}" type="presOf" srcId="{75DEC761-74FC-400B-B00F-717AF46155A7}" destId="{61EC10A8-26C0-4A92-B9B0-295AC6F37B9F}" srcOrd="0" destOrd="0" presId="urn:microsoft.com/office/officeart/2008/layout/AscendingPictureAccentProcess"/>
    <dgm:cxn modelId="{B0DEE771-8700-4138-B86B-FE45F32A3FA0}" type="presOf" srcId="{1C589B72-CC61-4BD3-A2FF-471CA98B5FD8}" destId="{331F0E02-8BD8-4F47-8DF6-512F05AFDE6B}" srcOrd="0" destOrd="0" presId="urn:microsoft.com/office/officeart/2008/layout/AscendingPictureAccentProcess"/>
    <dgm:cxn modelId="{D46C62DC-F0E9-408C-9424-7389F27E4C7D}" type="presOf" srcId="{1D15127D-F927-4672-83E9-F3C5E27039F3}" destId="{41519654-51F3-4BEF-B80F-6C5FC5C296AC}" srcOrd="0" destOrd="0" presId="urn:microsoft.com/office/officeart/2008/layout/AscendingPictureAccentProcess"/>
    <dgm:cxn modelId="{57343428-04AF-479F-94A3-246701740695}" type="presParOf" srcId="{41519654-51F3-4BEF-B80F-6C5FC5C296AC}" destId="{331F0E02-8BD8-4F47-8DF6-512F05AFDE6B}" srcOrd="0" destOrd="0" presId="urn:microsoft.com/office/officeart/2008/layout/AscendingPictureAccentProcess"/>
    <dgm:cxn modelId="{90765FD9-1010-4C14-AD74-2977EDAABECD}" type="presParOf" srcId="{41519654-51F3-4BEF-B80F-6C5FC5C296AC}" destId="{E6ECABAC-6DAF-46C2-B9B3-81DEBCF402BB}" srcOrd="1" destOrd="0" presId="urn:microsoft.com/office/officeart/2008/layout/AscendingPictureAccentProcess"/>
    <dgm:cxn modelId="{7244BF58-F0A5-4760-B5AB-EB03662226B5}" type="presParOf" srcId="{E6ECABAC-6DAF-46C2-B9B3-81DEBCF402BB}" destId="{61EC10A8-26C0-4A92-B9B0-295AC6F37B9F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242A5F-6AC6-40B1-A5B1-E2298C69B753}">
      <dsp:nvSpPr>
        <dsp:cNvPr id="0" name=""/>
        <dsp:cNvSpPr/>
      </dsp:nvSpPr>
      <dsp:spPr>
        <a:xfrm>
          <a:off x="563316" y="539241"/>
          <a:ext cx="1749937" cy="1749937"/>
        </a:xfrm>
        <a:prstGeom prst="ellipse">
          <a:avLst/>
        </a:prstGeom>
        <a:solidFill>
          <a:srgbClr val="A2BE98"/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588F197-B803-4F60-92B5-352550D16742}">
      <dsp:nvSpPr>
        <dsp:cNvPr id="0" name=""/>
        <dsp:cNvSpPr/>
      </dsp:nvSpPr>
      <dsp:spPr>
        <a:xfrm>
          <a:off x="936253" y="912178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FD0A692-3F7C-480B-B04D-D51489408BB0}">
      <dsp:nvSpPr>
        <dsp:cNvPr id="0" name=""/>
        <dsp:cNvSpPr/>
      </dsp:nvSpPr>
      <dsp:spPr>
        <a:xfrm>
          <a:off x="3910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2400" kern="1200" dirty="0"/>
            <a:t>Introduzione</a:t>
          </a:r>
          <a:endParaRPr lang="en-US" sz="2400" kern="1200" dirty="0"/>
        </a:p>
      </dsp:txBody>
      <dsp:txXfrm>
        <a:off x="3910" y="2834241"/>
        <a:ext cx="2868750" cy="720000"/>
      </dsp:txXfrm>
    </dsp:sp>
    <dsp:sp modelId="{B3594A0A-A184-4ABF-AD87-3CD189E430BA}">
      <dsp:nvSpPr>
        <dsp:cNvPr id="0" name=""/>
        <dsp:cNvSpPr/>
      </dsp:nvSpPr>
      <dsp:spPr>
        <a:xfrm>
          <a:off x="3934097" y="539241"/>
          <a:ext cx="1749937" cy="174993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C213D18-D6BD-4C2F-AF74-61D1FEA9EBDE}">
      <dsp:nvSpPr>
        <dsp:cNvPr id="0" name=""/>
        <dsp:cNvSpPr/>
      </dsp:nvSpPr>
      <dsp:spPr>
        <a:xfrm>
          <a:off x="4307035" y="912178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AA6809E-C9F4-458B-84FC-F390E1A2732C}">
      <dsp:nvSpPr>
        <dsp:cNvPr id="0" name=""/>
        <dsp:cNvSpPr/>
      </dsp:nvSpPr>
      <dsp:spPr>
        <a:xfrm>
          <a:off x="3374691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2400" kern="1200" dirty="0">
              <a:solidFill>
                <a:schemeClr val="bg1">
                  <a:lumMod val="75000"/>
                </a:schemeClr>
              </a:solidFill>
            </a:rPr>
            <a:t>Modello </a:t>
          </a:r>
          <a:endParaRPr lang="en-US" sz="2400" kern="1200" dirty="0">
            <a:solidFill>
              <a:schemeClr val="bg1">
                <a:lumMod val="75000"/>
              </a:schemeClr>
            </a:solidFill>
          </a:endParaRPr>
        </a:p>
      </dsp:txBody>
      <dsp:txXfrm>
        <a:off x="3374691" y="2834241"/>
        <a:ext cx="2868750" cy="720000"/>
      </dsp:txXfrm>
    </dsp:sp>
    <dsp:sp modelId="{0707B2E2-F00B-480C-8DD5-86B2D216279B}">
      <dsp:nvSpPr>
        <dsp:cNvPr id="0" name=""/>
        <dsp:cNvSpPr/>
      </dsp:nvSpPr>
      <dsp:spPr>
        <a:xfrm>
          <a:off x="7304879" y="539241"/>
          <a:ext cx="1749937" cy="174993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CF62852-2374-49E4-AB77-6B1630BD2D5D}">
      <dsp:nvSpPr>
        <dsp:cNvPr id="0" name=""/>
        <dsp:cNvSpPr/>
      </dsp:nvSpPr>
      <dsp:spPr>
        <a:xfrm>
          <a:off x="7677816" y="912178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68A11CF-BC2C-4D3C-8AC6-1B75AC96879E}">
      <dsp:nvSpPr>
        <dsp:cNvPr id="0" name=""/>
        <dsp:cNvSpPr/>
      </dsp:nvSpPr>
      <dsp:spPr>
        <a:xfrm>
          <a:off x="6745472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2400" kern="1200" dirty="0">
              <a:solidFill>
                <a:schemeClr val="bg1">
                  <a:lumMod val="75000"/>
                </a:schemeClr>
              </a:solidFill>
            </a:rPr>
            <a:t>Modelli Migliorativi </a:t>
          </a:r>
          <a:endParaRPr lang="en-US" sz="2400" kern="1200" dirty="0">
            <a:solidFill>
              <a:schemeClr val="bg1">
                <a:lumMod val="75000"/>
              </a:schemeClr>
            </a:solidFill>
          </a:endParaRPr>
        </a:p>
      </dsp:txBody>
      <dsp:txXfrm>
        <a:off x="6745472" y="2834241"/>
        <a:ext cx="286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F0E02-8BD8-4F47-8DF6-512F05AFDE6B}">
      <dsp:nvSpPr>
        <dsp:cNvPr id="0" name=""/>
        <dsp:cNvSpPr/>
      </dsp:nvSpPr>
      <dsp:spPr>
        <a:xfrm>
          <a:off x="656992" y="438468"/>
          <a:ext cx="3484603" cy="2143624"/>
        </a:xfrm>
        <a:prstGeom prst="roundRect">
          <a:avLst/>
        </a:prstGeom>
        <a:solidFill>
          <a:srgbClr val="CC000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851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Tempo d’attesa in coda, 90% dei casi, pari a circa 20 minuti rispetto al target di 15:55 minuti </a:t>
          </a:r>
        </a:p>
      </dsp:txBody>
      <dsp:txXfrm>
        <a:off x="761635" y="543111"/>
        <a:ext cx="3275317" cy="1934338"/>
      </dsp:txXfrm>
    </dsp:sp>
    <dsp:sp modelId="{61EC10A8-26C0-4A92-B9B0-295AC6F37B9F}">
      <dsp:nvSpPr>
        <dsp:cNvPr id="0" name=""/>
        <dsp:cNvSpPr/>
      </dsp:nvSpPr>
      <dsp:spPr>
        <a:xfrm>
          <a:off x="54510" y="312816"/>
          <a:ext cx="1398562" cy="139877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F0E02-8BD8-4F47-8DF6-512F05AFDE6B}">
      <dsp:nvSpPr>
        <dsp:cNvPr id="0" name=""/>
        <dsp:cNvSpPr/>
      </dsp:nvSpPr>
      <dsp:spPr>
        <a:xfrm>
          <a:off x="656992" y="438468"/>
          <a:ext cx="3484603" cy="2143624"/>
        </a:xfrm>
        <a:prstGeom prst="roundRect">
          <a:avLst/>
        </a:prstGeom>
        <a:solidFill>
          <a:srgbClr val="CC000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851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Tempo d’attesa in coda, 90% dei casi, pari a circa 9 minuti rispetto al target di 5:40 minuti </a:t>
          </a:r>
        </a:p>
      </dsp:txBody>
      <dsp:txXfrm>
        <a:off x="761635" y="543111"/>
        <a:ext cx="3275317" cy="1934338"/>
      </dsp:txXfrm>
    </dsp:sp>
    <dsp:sp modelId="{61EC10A8-26C0-4A92-B9B0-295AC6F37B9F}">
      <dsp:nvSpPr>
        <dsp:cNvPr id="0" name=""/>
        <dsp:cNvSpPr/>
      </dsp:nvSpPr>
      <dsp:spPr>
        <a:xfrm>
          <a:off x="54510" y="312816"/>
          <a:ext cx="1398562" cy="1398772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F0E02-8BD8-4F47-8DF6-512F05AFDE6B}">
      <dsp:nvSpPr>
        <dsp:cNvPr id="0" name=""/>
        <dsp:cNvSpPr/>
      </dsp:nvSpPr>
      <dsp:spPr>
        <a:xfrm>
          <a:off x="656992" y="438468"/>
          <a:ext cx="3484603" cy="2143624"/>
        </a:xfrm>
        <a:prstGeom prst="roundRect">
          <a:avLst/>
        </a:prstGeom>
        <a:solidFill>
          <a:srgbClr val="0070C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851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Tempo d’attesa in coda, 90% dei casi,  ≤15:55 minuti </a:t>
          </a:r>
        </a:p>
      </dsp:txBody>
      <dsp:txXfrm>
        <a:off x="761635" y="543111"/>
        <a:ext cx="3275317" cy="1934338"/>
      </dsp:txXfrm>
    </dsp:sp>
    <dsp:sp modelId="{61EC10A8-26C0-4A92-B9B0-295AC6F37B9F}">
      <dsp:nvSpPr>
        <dsp:cNvPr id="0" name=""/>
        <dsp:cNvSpPr/>
      </dsp:nvSpPr>
      <dsp:spPr>
        <a:xfrm>
          <a:off x="54510" y="312816"/>
          <a:ext cx="1398562" cy="139877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F0E02-8BD8-4F47-8DF6-512F05AFDE6B}">
      <dsp:nvSpPr>
        <dsp:cNvPr id="0" name=""/>
        <dsp:cNvSpPr/>
      </dsp:nvSpPr>
      <dsp:spPr>
        <a:xfrm>
          <a:off x="656992" y="438468"/>
          <a:ext cx="3484603" cy="2143624"/>
        </a:xfrm>
        <a:prstGeom prst="roundRect">
          <a:avLst/>
        </a:prstGeom>
        <a:solidFill>
          <a:srgbClr val="0070C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851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Tempo d’attesa in coda, 90% dei casi, </a:t>
          </a:r>
          <a:r>
            <a:rPr lang="it-IT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≤</a:t>
          </a:r>
          <a:r>
            <a:rPr lang="it-IT" sz="2000" kern="1200" dirty="0"/>
            <a:t>5:40 minuti </a:t>
          </a:r>
        </a:p>
      </dsp:txBody>
      <dsp:txXfrm>
        <a:off x="761635" y="543111"/>
        <a:ext cx="3275317" cy="1934338"/>
      </dsp:txXfrm>
    </dsp:sp>
    <dsp:sp modelId="{61EC10A8-26C0-4A92-B9B0-295AC6F37B9F}">
      <dsp:nvSpPr>
        <dsp:cNvPr id="0" name=""/>
        <dsp:cNvSpPr/>
      </dsp:nvSpPr>
      <dsp:spPr>
        <a:xfrm>
          <a:off x="54510" y="312816"/>
          <a:ext cx="1398562" cy="1398772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242A5F-6AC6-40B1-A5B1-E2298C69B753}">
      <dsp:nvSpPr>
        <dsp:cNvPr id="0" name=""/>
        <dsp:cNvSpPr/>
      </dsp:nvSpPr>
      <dsp:spPr>
        <a:xfrm>
          <a:off x="563316" y="539241"/>
          <a:ext cx="1749937" cy="1749937"/>
        </a:xfrm>
        <a:prstGeom prst="ellipse">
          <a:avLst/>
        </a:prstGeom>
        <a:solidFill>
          <a:srgbClr val="D1DFCC"/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588F197-B803-4F60-92B5-352550D16742}">
      <dsp:nvSpPr>
        <dsp:cNvPr id="0" name=""/>
        <dsp:cNvSpPr/>
      </dsp:nvSpPr>
      <dsp:spPr>
        <a:xfrm>
          <a:off x="936253" y="912178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FD0A692-3F7C-480B-B04D-D51489408BB0}">
      <dsp:nvSpPr>
        <dsp:cNvPr id="0" name=""/>
        <dsp:cNvSpPr/>
      </dsp:nvSpPr>
      <dsp:spPr>
        <a:xfrm>
          <a:off x="3910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2400" kern="1200" dirty="0">
              <a:solidFill>
                <a:schemeClr val="bg1">
                  <a:lumMod val="75000"/>
                </a:schemeClr>
              </a:solidFill>
            </a:rPr>
            <a:t>Introduzione</a:t>
          </a:r>
          <a:endParaRPr lang="en-US" sz="2400" kern="1200" dirty="0">
            <a:solidFill>
              <a:schemeClr val="bg1">
                <a:lumMod val="75000"/>
              </a:schemeClr>
            </a:solidFill>
          </a:endParaRPr>
        </a:p>
      </dsp:txBody>
      <dsp:txXfrm>
        <a:off x="3910" y="2834241"/>
        <a:ext cx="2868750" cy="720000"/>
      </dsp:txXfrm>
    </dsp:sp>
    <dsp:sp modelId="{B3594A0A-A184-4ABF-AD87-3CD189E430BA}">
      <dsp:nvSpPr>
        <dsp:cNvPr id="0" name=""/>
        <dsp:cNvSpPr/>
      </dsp:nvSpPr>
      <dsp:spPr>
        <a:xfrm>
          <a:off x="3934097" y="539241"/>
          <a:ext cx="1749937" cy="1749937"/>
        </a:xfrm>
        <a:prstGeom prst="ellipse">
          <a:avLst/>
        </a:prstGeom>
        <a:solidFill>
          <a:srgbClr val="A2BE98"/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C213D18-D6BD-4C2F-AF74-61D1FEA9EBDE}">
      <dsp:nvSpPr>
        <dsp:cNvPr id="0" name=""/>
        <dsp:cNvSpPr/>
      </dsp:nvSpPr>
      <dsp:spPr>
        <a:xfrm>
          <a:off x="4307035" y="912178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AA6809E-C9F4-458B-84FC-F390E1A2732C}">
      <dsp:nvSpPr>
        <dsp:cNvPr id="0" name=""/>
        <dsp:cNvSpPr/>
      </dsp:nvSpPr>
      <dsp:spPr>
        <a:xfrm>
          <a:off x="3374691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2400" kern="1200" dirty="0">
              <a:solidFill>
                <a:schemeClr val="tx1"/>
              </a:solidFill>
            </a:rPr>
            <a:t>Modello</a:t>
          </a:r>
          <a:r>
            <a:rPr lang="it-IT" sz="2400" kern="1200" dirty="0">
              <a:solidFill>
                <a:schemeClr val="bg1">
                  <a:lumMod val="75000"/>
                </a:schemeClr>
              </a:solidFill>
            </a:rPr>
            <a:t> </a:t>
          </a:r>
          <a:endParaRPr lang="en-US" sz="2400" kern="1200" dirty="0">
            <a:solidFill>
              <a:schemeClr val="bg1">
                <a:lumMod val="75000"/>
              </a:schemeClr>
            </a:solidFill>
          </a:endParaRPr>
        </a:p>
      </dsp:txBody>
      <dsp:txXfrm>
        <a:off x="3374691" y="2834241"/>
        <a:ext cx="2868750" cy="720000"/>
      </dsp:txXfrm>
    </dsp:sp>
    <dsp:sp modelId="{0707B2E2-F00B-480C-8DD5-86B2D216279B}">
      <dsp:nvSpPr>
        <dsp:cNvPr id="0" name=""/>
        <dsp:cNvSpPr/>
      </dsp:nvSpPr>
      <dsp:spPr>
        <a:xfrm>
          <a:off x="7304879" y="539241"/>
          <a:ext cx="1749937" cy="174993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CF62852-2374-49E4-AB77-6B1630BD2D5D}">
      <dsp:nvSpPr>
        <dsp:cNvPr id="0" name=""/>
        <dsp:cNvSpPr/>
      </dsp:nvSpPr>
      <dsp:spPr>
        <a:xfrm>
          <a:off x="7677816" y="912178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68A11CF-BC2C-4D3C-8AC6-1B75AC96879E}">
      <dsp:nvSpPr>
        <dsp:cNvPr id="0" name=""/>
        <dsp:cNvSpPr/>
      </dsp:nvSpPr>
      <dsp:spPr>
        <a:xfrm>
          <a:off x="6745472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2400" kern="1200" dirty="0">
              <a:solidFill>
                <a:schemeClr val="bg1">
                  <a:lumMod val="75000"/>
                </a:schemeClr>
              </a:solidFill>
            </a:rPr>
            <a:t>Modelli Migliorativi </a:t>
          </a:r>
          <a:endParaRPr lang="en-US" sz="2400" kern="1200" dirty="0">
            <a:solidFill>
              <a:schemeClr val="bg1">
                <a:lumMod val="75000"/>
              </a:schemeClr>
            </a:solidFill>
          </a:endParaRPr>
        </a:p>
      </dsp:txBody>
      <dsp:txXfrm>
        <a:off x="6745472" y="2834241"/>
        <a:ext cx="28687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F0E02-8BD8-4F47-8DF6-512F05AFDE6B}">
      <dsp:nvSpPr>
        <dsp:cNvPr id="0" name=""/>
        <dsp:cNvSpPr/>
      </dsp:nvSpPr>
      <dsp:spPr>
        <a:xfrm>
          <a:off x="568374" y="360597"/>
          <a:ext cx="3014584" cy="1854482"/>
        </a:xfrm>
        <a:prstGeom prst="roundRect">
          <a:avLst/>
        </a:prstGeom>
        <a:solidFill>
          <a:srgbClr val="0070C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385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Tempo d’attesa in coda, 90% dei casi,  ≤15:55 minuti </a:t>
          </a:r>
        </a:p>
      </dsp:txBody>
      <dsp:txXfrm>
        <a:off x="658902" y="451125"/>
        <a:ext cx="2833528" cy="1673426"/>
      </dsp:txXfrm>
    </dsp:sp>
    <dsp:sp modelId="{61EC10A8-26C0-4A92-B9B0-295AC6F37B9F}">
      <dsp:nvSpPr>
        <dsp:cNvPr id="0" name=""/>
        <dsp:cNvSpPr/>
      </dsp:nvSpPr>
      <dsp:spPr>
        <a:xfrm>
          <a:off x="47157" y="251894"/>
          <a:ext cx="1209917" cy="121009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F0E02-8BD8-4F47-8DF6-512F05AFDE6B}">
      <dsp:nvSpPr>
        <dsp:cNvPr id="0" name=""/>
        <dsp:cNvSpPr/>
      </dsp:nvSpPr>
      <dsp:spPr>
        <a:xfrm>
          <a:off x="568374" y="360597"/>
          <a:ext cx="3014584" cy="1854482"/>
        </a:xfrm>
        <a:prstGeom prst="roundRect">
          <a:avLst/>
        </a:prstGeom>
        <a:solidFill>
          <a:srgbClr val="0070C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385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Tempo d’attesa in coda, 90% dei casi, </a:t>
          </a:r>
          <a:r>
            <a:rPr lang="it-IT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≤</a:t>
          </a:r>
          <a:r>
            <a:rPr lang="it-IT" sz="2000" kern="1200" dirty="0"/>
            <a:t>5:40 minuti </a:t>
          </a:r>
        </a:p>
      </dsp:txBody>
      <dsp:txXfrm>
        <a:off x="658902" y="451125"/>
        <a:ext cx="2833528" cy="1673426"/>
      </dsp:txXfrm>
    </dsp:sp>
    <dsp:sp modelId="{61EC10A8-26C0-4A92-B9B0-295AC6F37B9F}">
      <dsp:nvSpPr>
        <dsp:cNvPr id="0" name=""/>
        <dsp:cNvSpPr/>
      </dsp:nvSpPr>
      <dsp:spPr>
        <a:xfrm>
          <a:off x="47157" y="251894"/>
          <a:ext cx="1209917" cy="1210099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242A5F-6AC6-40B1-A5B1-E2298C69B753}">
      <dsp:nvSpPr>
        <dsp:cNvPr id="0" name=""/>
        <dsp:cNvSpPr/>
      </dsp:nvSpPr>
      <dsp:spPr>
        <a:xfrm>
          <a:off x="563316" y="539241"/>
          <a:ext cx="1749937" cy="1749937"/>
        </a:xfrm>
        <a:prstGeom prst="ellipse">
          <a:avLst/>
        </a:prstGeom>
        <a:solidFill>
          <a:srgbClr val="D1DFCC"/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588F197-B803-4F60-92B5-352550D16742}">
      <dsp:nvSpPr>
        <dsp:cNvPr id="0" name=""/>
        <dsp:cNvSpPr/>
      </dsp:nvSpPr>
      <dsp:spPr>
        <a:xfrm>
          <a:off x="936253" y="912178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FD0A692-3F7C-480B-B04D-D51489408BB0}">
      <dsp:nvSpPr>
        <dsp:cNvPr id="0" name=""/>
        <dsp:cNvSpPr/>
      </dsp:nvSpPr>
      <dsp:spPr>
        <a:xfrm>
          <a:off x="3910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2400" kern="1200" dirty="0">
              <a:solidFill>
                <a:schemeClr val="bg1">
                  <a:lumMod val="75000"/>
                </a:schemeClr>
              </a:solidFill>
            </a:rPr>
            <a:t>Introduzione</a:t>
          </a:r>
          <a:endParaRPr lang="en-US" sz="2400" kern="1200" dirty="0">
            <a:solidFill>
              <a:schemeClr val="bg1">
                <a:lumMod val="75000"/>
              </a:schemeClr>
            </a:solidFill>
          </a:endParaRPr>
        </a:p>
      </dsp:txBody>
      <dsp:txXfrm>
        <a:off x="3910" y="2834241"/>
        <a:ext cx="2868750" cy="720000"/>
      </dsp:txXfrm>
    </dsp:sp>
    <dsp:sp modelId="{B3594A0A-A184-4ABF-AD87-3CD189E430BA}">
      <dsp:nvSpPr>
        <dsp:cNvPr id="0" name=""/>
        <dsp:cNvSpPr/>
      </dsp:nvSpPr>
      <dsp:spPr>
        <a:xfrm>
          <a:off x="3934097" y="539241"/>
          <a:ext cx="1749937" cy="1749937"/>
        </a:xfrm>
        <a:prstGeom prst="ellipse">
          <a:avLst/>
        </a:prstGeom>
        <a:solidFill>
          <a:srgbClr val="D1DFCC"/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C213D18-D6BD-4C2F-AF74-61D1FEA9EBDE}">
      <dsp:nvSpPr>
        <dsp:cNvPr id="0" name=""/>
        <dsp:cNvSpPr/>
      </dsp:nvSpPr>
      <dsp:spPr>
        <a:xfrm>
          <a:off x="4307035" y="912178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AA6809E-C9F4-458B-84FC-F390E1A2732C}">
      <dsp:nvSpPr>
        <dsp:cNvPr id="0" name=""/>
        <dsp:cNvSpPr/>
      </dsp:nvSpPr>
      <dsp:spPr>
        <a:xfrm>
          <a:off x="3374691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2400" kern="1200" dirty="0">
              <a:solidFill>
                <a:schemeClr val="bg1">
                  <a:lumMod val="75000"/>
                </a:schemeClr>
              </a:solidFill>
            </a:rPr>
            <a:t>Modello </a:t>
          </a:r>
          <a:endParaRPr lang="en-US" sz="2400" kern="1200" dirty="0">
            <a:solidFill>
              <a:schemeClr val="bg1">
                <a:lumMod val="75000"/>
              </a:schemeClr>
            </a:solidFill>
          </a:endParaRPr>
        </a:p>
      </dsp:txBody>
      <dsp:txXfrm>
        <a:off x="3374691" y="2834241"/>
        <a:ext cx="2868750" cy="720000"/>
      </dsp:txXfrm>
    </dsp:sp>
    <dsp:sp modelId="{0707B2E2-F00B-480C-8DD5-86B2D216279B}">
      <dsp:nvSpPr>
        <dsp:cNvPr id="0" name=""/>
        <dsp:cNvSpPr/>
      </dsp:nvSpPr>
      <dsp:spPr>
        <a:xfrm>
          <a:off x="7304879" y="539241"/>
          <a:ext cx="1749937" cy="1749937"/>
        </a:xfrm>
        <a:prstGeom prst="ellipse">
          <a:avLst/>
        </a:prstGeom>
        <a:solidFill>
          <a:srgbClr val="A2BE98"/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CF62852-2374-49E4-AB77-6B1630BD2D5D}">
      <dsp:nvSpPr>
        <dsp:cNvPr id="0" name=""/>
        <dsp:cNvSpPr/>
      </dsp:nvSpPr>
      <dsp:spPr>
        <a:xfrm>
          <a:off x="7677816" y="912178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68A11CF-BC2C-4D3C-8AC6-1B75AC96879E}">
      <dsp:nvSpPr>
        <dsp:cNvPr id="0" name=""/>
        <dsp:cNvSpPr/>
      </dsp:nvSpPr>
      <dsp:spPr>
        <a:xfrm>
          <a:off x="6745472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2400" kern="1200" dirty="0">
              <a:solidFill>
                <a:schemeClr val="tx1"/>
              </a:solidFill>
            </a:rPr>
            <a:t>Modello Migliorativo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6745472" y="2834241"/>
        <a:ext cx="286875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F0E02-8BD8-4F47-8DF6-512F05AFDE6B}">
      <dsp:nvSpPr>
        <dsp:cNvPr id="0" name=""/>
        <dsp:cNvSpPr/>
      </dsp:nvSpPr>
      <dsp:spPr>
        <a:xfrm>
          <a:off x="568374" y="360597"/>
          <a:ext cx="3014584" cy="1854482"/>
        </a:xfrm>
        <a:prstGeom prst="roundRect">
          <a:avLst/>
        </a:prstGeom>
        <a:solidFill>
          <a:schemeClr val="accent2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385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Tempo d’attesa in coda, 90% dei casi,  ≤15:55 minuti </a:t>
          </a:r>
        </a:p>
      </dsp:txBody>
      <dsp:txXfrm>
        <a:off x="658902" y="451125"/>
        <a:ext cx="2833528" cy="1673426"/>
      </dsp:txXfrm>
    </dsp:sp>
    <dsp:sp modelId="{61EC10A8-26C0-4A92-B9B0-295AC6F37B9F}">
      <dsp:nvSpPr>
        <dsp:cNvPr id="0" name=""/>
        <dsp:cNvSpPr/>
      </dsp:nvSpPr>
      <dsp:spPr>
        <a:xfrm>
          <a:off x="47157" y="251894"/>
          <a:ext cx="1209917" cy="121009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F0E02-8BD8-4F47-8DF6-512F05AFDE6B}">
      <dsp:nvSpPr>
        <dsp:cNvPr id="0" name=""/>
        <dsp:cNvSpPr/>
      </dsp:nvSpPr>
      <dsp:spPr>
        <a:xfrm>
          <a:off x="568374" y="360597"/>
          <a:ext cx="3014584" cy="1854482"/>
        </a:xfrm>
        <a:prstGeom prst="roundRect">
          <a:avLst/>
        </a:prstGeom>
        <a:solidFill>
          <a:schemeClr val="accent2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385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Tempo d’attesa in coda, 90% dei casi, </a:t>
          </a:r>
          <a:r>
            <a:rPr lang="it-IT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≤</a:t>
          </a:r>
          <a:r>
            <a:rPr lang="it-IT" sz="2000" kern="1200" dirty="0"/>
            <a:t>5:40 minuti </a:t>
          </a:r>
        </a:p>
      </dsp:txBody>
      <dsp:txXfrm>
        <a:off x="658902" y="451125"/>
        <a:ext cx="2833528" cy="1673426"/>
      </dsp:txXfrm>
    </dsp:sp>
    <dsp:sp modelId="{61EC10A8-26C0-4A92-B9B0-295AC6F37B9F}">
      <dsp:nvSpPr>
        <dsp:cNvPr id="0" name=""/>
        <dsp:cNvSpPr/>
      </dsp:nvSpPr>
      <dsp:spPr>
        <a:xfrm>
          <a:off x="47157" y="251894"/>
          <a:ext cx="1209917" cy="1210099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4C4EB2C4-B9FA-FF63-0B2E-F5404DA0DB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0CF3FC4-9E7C-4897-E4F1-311517D03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1111A-3FEA-41F6-8697-188D01B14C7B}" type="datetimeFigureOut">
              <a:rPr lang="it-IT" smtClean="0"/>
              <a:t>03/02/2026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F1E1F11-5676-55AE-626A-3961E5F54F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BAF07E1-15EF-241A-65F1-41EB70F7F8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7C422-3B3F-4541-A5E9-981090F0BC4B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6172161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21C70-D704-49FA-846B-71DBB33B5D8D}" type="datetimeFigureOut">
              <a:rPr lang="it-IT" smtClean="0"/>
              <a:t>03/02/2026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7B839-A0AE-45D3-B178-6511566D486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2128096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50595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dirty="0" err="1"/>
              <a:t>Pt</a:t>
            </a:r>
            <a:r>
              <a:rPr lang="it-IT" dirty="0"/>
              <a:t> </a:t>
            </a:r>
            <a:r>
              <a:rPr lang="it-IT" dirty="0">
                <a:sym typeface="Wingdings" panose="05000000000000000000" pitchFamily="2" charset="2"/>
              </a:rPr>
              <a:t> 0,20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it-IT" dirty="0" err="1">
                <a:sym typeface="Wingdings" panose="05000000000000000000" pitchFamily="2" charset="2"/>
              </a:rPr>
              <a:t>Pt_b</a:t>
            </a:r>
            <a:r>
              <a:rPr lang="it-IT" dirty="0">
                <a:sym typeface="Wingdings" panose="05000000000000000000" pitchFamily="2" charset="2"/>
              </a:rPr>
              <a:t> 0,10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it-IT" dirty="0" err="1">
                <a:sym typeface="Wingdings" panose="05000000000000000000" pitchFamily="2" charset="2"/>
              </a:rPr>
              <a:t>Pt_pe</a:t>
            </a:r>
            <a:r>
              <a:rPr lang="it-IT" dirty="0">
                <a:sym typeface="Wingdings" panose="05000000000000000000" pitchFamily="2" charset="2"/>
              </a:rPr>
              <a:t> 0,10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it-IT" dirty="0" err="1">
                <a:sym typeface="Wingdings" panose="05000000000000000000" pitchFamily="2" charset="2"/>
              </a:rPr>
              <a:t>Pt_e</a:t>
            </a:r>
            <a:r>
              <a:rPr lang="it-IT" dirty="0">
                <a:sym typeface="Wingdings" panose="05000000000000000000" pitchFamily="2" charset="2"/>
              </a:rPr>
              <a:t>  0,45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dirty="0">
                <a:sym typeface="Wingdings" panose="05000000000000000000" pitchFamily="2" charset="2"/>
              </a:rPr>
              <a:t>Plc  0,80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it-IT" dirty="0" err="1">
                <a:sym typeface="Wingdings" panose="05000000000000000000" pitchFamily="2" charset="2"/>
              </a:rPr>
              <a:t>Pl_bagaglio_stiva</a:t>
            </a:r>
            <a:r>
              <a:rPr lang="it-IT" dirty="0">
                <a:sym typeface="Wingdings" panose="05000000000000000000" pitchFamily="2" charset="2"/>
              </a:rPr>
              <a:t>  0,30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it-IT" dirty="0" err="1">
                <a:sym typeface="Wingdings" panose="05000000000000000000" pitchFamily="2" charset="2"/>
              </a:rPr>
              <a:t>Pl_flexi</a:t>
            </a:r>
            <a:r>
              <a:rPr lang="it-IT" dirty="0">
                <a:sym typeface="Wingdings" panose="05000000000000000000" pitchFamily="2" charset="2"/>
              </a:rPr>
              <a:t>  0,05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it-IT" dirty="0" err="1">
                <a:sym typeface="Wingdings" panose="05000000000000000000" pitchFamily="2" charset="2"/>
              </a:rPr>
              <a:t>Pl_self_bd</a:t>
            </a:r>
            <a:r>
              <a:rPr lang="it-IT" dirty="0">
                <a:sym typeface="Wingdings" panose="05000000000000000000" pitchFamily="2" charset="2"/>
              </a:rPr>
              <a:t>  0,10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it-IT" dirty="0" err="1">
                <a:sym typeface="Wingdings" panose="05000000000000000000" pitchFamily="2" charset="2"/>
              </a:rPr>
              <a:t>Pl_bd</a:t>
            </a:r>
            <a:r>
              <a:rPr lang="it-IT" dirty="0">
                <a:sym typeface="Wingdings" panose="05000000000000000000" pitchFamily="2" charset="2"/>
              </a:rPr>
              <a:t>  0,85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dirty="0" err="1">
                <a:sym typeface="Wingdings" panose="05000000000000000000" pitchFamily="2" charset="2"/>
              </a:rPr>
              <a:t>Pft</a:t>
            </a:r>
            <a:r>
              <a:rPr lang="it-IT" dirty="0">
                <a:sym typeface="Wingdings" panose="05000000000000000000" pitchFamily="2" charset="2"/>
              </a:rPr>
              <a:t>  0,20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dirty="0" err="1">
                <a:sym typeface="Wingdings" panose="05000000000000000000" pitchFamily="2" charset="2"/>
              </a:rPr>
              <a:t>Pn</a:t>
            </a:r>
            <a:r>
              <a:rPr lang="it-IT" dirty="0">
                <a:sym typeface="Wingdings" panose="05000000000000000000" pitchFamily="2" charset="2"/>
              </a:rPr>
              <a:t>  0,80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it-IT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dirty="0">
                <a:sym typeface="Wingdings" panose="05000000000000000000" pitchFamily="2" charset="2"/>
              </a:rPr>
              <a:t>DA MODIFICARE IL DISEGNO PERCHE’ ADESSO SONO 4 SERVER IN ECONOMY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63239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Spiegare indipendenza delle Repliche.</a:t>
            </a:r>
          </a:p>
        </p:txBody>
      </p:sp>
    </p:spTree>
    <p:extLst>
      <p:ext uri="{BB962C8B-B14F-4D97-AF65-F5344CB8AC3E}">
        <p14:creationId xmlns:p14="http://schemas.microsoft.com/office/powerpoint/2010/main" val="87987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9C1AF-33DF-8395-E3EA-4136C27C3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0A5AE2E-78A8-AF11-4D1F-9C0F52244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F041B11-2CFB-2DC0-29BA-56D34E58F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Spiegare indipendenza delle Repliche.</a:t>
            </a:r>
          </a:p>
        </p:txBody>
      </p:sp>
    </p:spTree>
    <p:extLst>
      <p:ext uri="{BB962C8B-B14F-4D97-AF65-F5344CB8AC3E}">
        <p14:creationId xmlns:p14="http://schemas.microsoft.com/office/powerpoint/2010/main" val="2438713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0E1A0-CDEC-4A83-B3E3-9AAA77E4856A}" type="datetime1">
              <a:rPr lang="it-IT" smtClean="0"/>
              <a:t>03/02/2026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57099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69F8-9A8A-4C0E-9242-6896B8033F5C}" type="datetime1">
              <a:rPr lang="it-IT" smtClean="0"/>
              <a:t>03/02/2026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7695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4328-F181-4D6E-9670-7FA419E4778D}" type="datetime1">
              <a:rPr lang="it-IT" smtClean="0"/>
              <a:t>03/02/2026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5223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6E26-09A5-4AEE-BC08-745C3EB001DF}" type="datetime1">
              <a:rPr lang="it-IT" smtClean="0"/>
              <a:t>03/02/2026</a:t>
            </a:fld>
            <a:endParaRPr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41524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1213-C0A2-42A6-A931-B4DFA176AF31}" type="datetime1">
              <a:rPr lang="it-IT" smtClean="0"/>
              <a:t>03/02/2026</a:t>
            </a:fld>
            <a:endParaRPr lang="it-IT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82367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9045F-F9A7-4475-9E69-1797EAEF8AA5}" type="datetime1">
              <a:rPr lang="it-IT" smtClean="0"/>
              <a:t>03/02/2026</a:t>
            </a:fld>
            <a:endParaRPr lang="it-IT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10940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1E90-C6D2-40FE-85F9-9C8719FF09CF}" type="datetime1">
              <a:rPr lang="it-IT" smtClean="0"/>
              <a:t>03/02/2026</a:t>
            </a:fld>
            <a:endParaRPr lang="it-IT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60973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F4CE-8AFA-457E-B9FE-AA9ECFB73411}" type="datetime1">
              <a:rPr lang="it-IT" smtClean="0"/>
              <a:t>03/02/2026</a:t>
            </a:fld>
            <a:endParaRPr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15537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dirty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9F9E-BB3C-4B87-956F-4B6ADCFE3880}" type="datetime1">
              <a:rPr lang="it-IT" smtClean="0"/>
              <a:t>03/02/2026</a:t>
            </a:fld>
            <a:endParaRPr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41814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4A501-E842-43A8-BCE4-4DFEEF5BB8FF}" type="datetime1">
              <a:rPr lang="it-IT" smtClean="0"/>
              <a:t>03/02/2026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26323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A3FF2-B2D5-44DE-B377-E72C5BB4B346}" type="datetime1">
              <a:rPr lang="it-IT" smtClean="0"/>
              <a:t>03/02/2026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0604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5A45E-786A-4D1E-8F22-C20FEEF04427}" type="datetime1">
              <a:rPr lang="it-IT" smtClean="0"/>
              <a:t>03/02/2026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40782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B36E7-83C7-4B8E-9380-B831BE22D602}" type="datetime1">
              <a:rPr lang="it-IT" smtClean="0"/>
              <a:t>03/02/2026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3763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D5781-1B0E-45EC-AE1C-CD0408AA0CC8}" type="datetime1">
              <a:rPr lang="it-IT" smtClean="0"/>
              <a:t>03/02/2026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31654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1958A-30A8-461A-BA89-E84970FA6113}" type="datetime1">
              <a:rPr lang="it-IT" smtClean="0"/>
              <a:t>03/02/2026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413996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C089-8193-4A62-BBFC-4465C959C5B6}" type="datetime1">
              <a:rPr lang="it-IT" smtClean="0"/>
              <a:t>03/02/2026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01438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35A21-B22F-4E56-8E06-A0E446F47633}" type="datetime1">
              <a:rPr lang="it-IT" smtClean="0"/>
              <a:t>03/02/2026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87D1DC9-3B65-4EB2-AAA2-4BCA5EE1B4AB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67131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2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12" Type="http://schemas.openxmlformats.org/officeDocument/2006/relationships/image" Target="../media/image45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2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3" Type="http://schemas.openxmlformats.org/officeDocument/2006/relationships/diagramLayout" Target="../diagrams/layout10.xml"/><Relationship Id="rId7" Type="http://schemas.openxmlformats.org/officeDocument/2006/relationships/diagramData" Target="../diagrams/data11.xml"/><Relationship Id="rId12" Type="http://schemas.openxmlformats.org/officeDocument/2006/relationships/image" Target="../media/image12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63CC4C-5C87-4CB4-2449-D7501C290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965" y="4007371"/>
            <a:ext cx="8288035" cy="1243934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</a:pPr>
            <a:r>
              <a:rPr lang="it-IT" sz="2800" dirty="0"/>
              <a:t>PROGETTO PMCSN</a:t>
            </a:r>
            <a:br>
              <a:rPr lang="it-IT" sz="2800" dirty="0"/>
            </a:br>
            <a:r>
              <a:rPr lang="it-IT" sz="2800" dirty="0"/>
              <a:t>AEROPORTO DI BOLOGNA</a:t>
            </a:r>
            <a:br>
              <a:rPr lang="it-IT" sz="2800" dirty="0"/>
            </a:br>
            <a:r>
              <a:rPr lang="it-IT" sz="2800" i="1" dirty="0"/>
              <a:t>«Guglielmo Marconi»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9D0B83F-8A06-C676-174E-0D0D27ED4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5964" y="5365130"/>
            <a:ext cx="8288035" cy="916652"/>
          </a:xfrm>
        </p:spPr>
        <p:txBody>
          <a:bodyPr>
            <a:no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it-IT" sz="1400" dirty="0"/>
              <a:t>Simone Ercole – 0360105 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it-IT" sz="1400" dirty="0"/>
              <a:t>Federico Pepe – 0365363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it-IT" sz="1400" dirty="0"/>
              <a:t>Anno Accademico 2024 - 2025</a:t>
            </a:r>
          </a:p>
        </p:txBody>
      </p:sp>
      <p:pic>
        <p:nvPicPr>
          <p:cNvPr id="11" name="Immagine 10" descr="Immagine che contiene logo, Carattere, simbol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5E67E7EB-FFFE-0BCC-33AA-B2A58D22D2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965" y="1492870"/>
            <a:ext cx="4029717" cy="2200437"/>
          </a:xfrm>
          <a:prstGeom prst="rect">
            <a:avLst/>
          </a:prstGeom>
        </p:spPr>
      </p:pic>
      <p:pic>
        <p:nvPicPr>
          <p:cNvPr id="5" name="Immagine 4" descr="Immagine che contiene testo, Carattere, log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3249C023-747F-D806-0903-40925BDC6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284" y="2049867"/>
            <a:ext cx="4029717" cy="108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09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38726F3-F095-2D97-5333-4F95E2632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it-IT" dirty="0"/>
              <a:t>Roadmap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dirty="0"/>
          </a:p>
        </p:txBody>
      </p:sp>
      <p:graphicFrame>
        <p:nvGraphicFramePr>
          <p:cNvPr id="8" name="Segnaposto contenuto 2">
            <a:extLst>
              <a:ext uri="{FF2B5EF4-FFF2-40B4-BE49-F238E27FC236}">
                <a16:creationId xmlns:a16="http://schemas.microsoft.com/office/drawing/2014/main" id="{183B2C8B-21E5-8FD8-28B9-832AF5993F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2792090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914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BB15B8-B83D-04E3-1727-B6FCE5877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7" y="214960"/>
            <a:ext cx="3729076" cy="1320800"/>
          </a:xfrm>
        </p:spPr>
        <p:txBody>
          <a:bodyPr anchor="ctr">
            <a:normAutofit/>
          </a:bodyPr>
          <a:lstStyle/>
          <a:p>
            <a:r>
              <a:rPr lang="it-IT" dirty="0"/>
              <a:t>Introduzione</a:t>
            </a:r>
          </a:p>
        </p:txBody>
      </p:sp>
      <p:sp>
        <p:nvSpPr>
          <p:cNvPr id="41" name="Content Placeholder 15">
            <a:extLst>
              <a:ext uri="{FF2B5EF4-FFF2-40B4-BE49-F238E27FC236}">
                <a16:creationId xmlns:a16="http://schemas.microsoft.com/office/drawing/2014/main" id="{EA32F014-B5E0-AEAB-7349-F39520829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1535760"/>
            <a:ext cx="3729076" cy="45056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Lo studio </a:t>
            </a:r>
            <a:r>
              <a:rPr lang="en-US" sz="1400" dirty="0" err="1"/>
              <a:t>si</a:t>
            </a:r>
            <a:r>
              <a:rPr lang="en-US" sz="1400" dirty="0"/>
              <a:t> </a:t>
            </a:r>
            <a:r>
              <a:rPr lang="en-US" sz="1400" dirty="0" err="1"/>
              <a:t>focalizza</a:t>
            </a:r>
            <a:r>
              <a:rPr lang="en-US" sz="1400" dirty="0"/>
              <a:t> </a:t>
            </a:r>
            <a:r>
              <a:rPr lang="en-US" sz="1400" dirty="0" err="1"/>
              <a:t>sull’Aeroporto</a:t>
            </a:r>
            <a:r>
              <a:rPr lang="en-US" sz="1400" dirty="0"/>
              <a:t> di Bologna </a:t>
            </a:r>
            <a:r>
              <a:rPr lang="en-US" sz="1400" i="1" dirty="0"/>
              <a:t>“Guglielmo Marconi”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Nel 2024 con 10.764.687 </a:t>
            </a:r>
            <a:r>
              <a:rPr lang="en-US" sz="1400" dirty="0" err="1"/>
              <a:t>passeggeri</a:t>
            </a:r>
            <a:r>
              <a:rPr lang="en-US" sz="1400" dirty="0"/>
              <a:t>, è </a:t>
            </a:r>
            <a:r>
              <a:rPr lang="en-US" sz="1400" dirty="0" err="1"/>
              <a:t>stato</a:t>
            </a:r>
            <a:r>
              <a:rPr lang="en-US" sz="1400" dirty="0"/>
              <a:t> il 7° Aeroporto Italiano per </a:t>
            </a:r>
            <a:r>
              <a:rPr lang="en-US" sz="1400" dirty="0" err="1"/>
              <a:t>traffico</a:t>
            </a:r>
            <a:r>
              <a:rPr lang="en-US" sz="1400" dirty="0"/>
              <a:t> </a:t>
            </a:r>
            <a:r>
              <a:rPr lang="en-US" sz="1400" dirty="0" err="1"/>
              <a:t>passeggeri</a:t>
            </a:r>
            <a:endParaRPr lang="en-US" sz="1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 err="1"/>
              <a:t>L’Aeroporto</a:t>
            </a:r>
            <a:r>
              <a:rPr lang="en-US" sz="1400" dirty="0"/>
              <a:t> </a:t>
            </a:r>
            <a:r>
              <a:rPr lang="en-US" sz="1400" dirty="0" err="1"/>
              <a:t>si</a:t>
            </a:r>
            <a:r>
              <a:rPr lang="en-US" sz="1400" dirty="0"/>
              <a:t> </a:t>
            </a:r>
            <a:r>
              <a:rPr lang="en-US" sz="1400" dirty="0" err="1"/>
              <a:t>compone</a:t>
            </a:r>
            <a:r>
              <a:rPr lang="en-US" sz="1400" dirty="0"/>
              <a:t> di: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/>
              <a:t>Tre zone Check-In (zona A, B e C)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/>
              <a:t>Zona </a:t>
            </a:r>
            <a:r>
              <a:rPr lang="en-US" sz="1200" dirty="0" err="1"/>
              <a:t>dei</a:t>
            </a:r>
            <a:r>
              <a:rPr lang="en-US" sz="1200" dirty="0"/>
              <a:t> </a:t>
            </a:r>
            <a:r>
              <a:rPr lang="en-US" sz="1200" dirty="0" err="1"/>
              <a:t>Controlli</a:t>
            </a:r>
            <a:r>
              <a:rPr lang="en-US" sz="1200" dirty="0"/>
              <a:t> di </a:t>
            </a:r>
            <a:r>
              <a:rPr lang="en-US" sz="1200" dirty="0" err="1"/>
              <a:t>Sicurezza</a:t>
            </a:r>
            <a:endParaRPr lang="en-US" sz="1200" dirty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000" dirty="0" err="1"/>
              <a:t>Tornelli</a:t>
            </a:r>
            <a:r>
              <a:rPr lang="en-US" sz="1000" dirty="0"/>
              <a:t>, per la </a:t>
            </a:r>
            <a:r>
              <a:rPr lang="en-US" sz="1000" dirty="0" err="1"/>
              <a:t>vidimazione</a:t>
            </a:r>
            <a:r>
              <a:rPr lang="en-US" sz="1000" dirty="0"/>
              <a:t> </a:t>
            </a:r>
            <a:r>
              <a:rPr lang="en-US" sz="1000" dirty="0" err="1"/>
              <a:t>della</a:t>
            </a:r>
            <a:r>
              <a:rPr lang="en-US" sz="1000" dirty="0"/>
              <a:t> carta </a:t>
            </a:r>
            <a:r>
              <a:rPr lang="en-US" sz="1000" dirty="0" err="1"/>
              <a:t>d’imbarco</a:t>
            </a:r>
            <a:r>
              <a:rPr lang="en-US" sz="1000" dirty="0"/>
              <a:t>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000" dirty="0" err="1"/>
              <a:t>Controlli</a:t>
            </a:r>
            <a:r>
              <a:rPr lang="en-US" sz="1000" dirty="0"/>
              <a:t> di </a:t>
            </a:r>
            <a:r>
              <a:rPr lang="en-US" sz="1000" dirty="0" err="1"/>
              <a:t>Sicurezza</a:t>
            </a:r>
            <a:r>
              <a:rPr lang="en-US" sz="1000" dirty="0"/>
              <a:t>.</a:t>
            </a:r>
          </a:p>
        </p:txBody>
      </p:sp>
      <p:pic>
        <p:nvPicPr>
          <p:cNvPr id="12" name="Segnaposto contenuto 11" descr="Immagine che contiene schizzo, diagramma, disegno, clipart&#10;&#10;Il contenuto generato dall'IA potrebbe non essere corretto.">
            <a:extLst>
              <a:ext uri="{FF2B5EF4-FFF2-40B4-BE49-F238E27FC236}">
                <a16:creationId xmlns:a16="http://schemas.microsoft.com/office/drawing/2014/main" id="{3483859D-3B21-D78E-0CEF-89EFC12A3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035" y="875360"/>
            <a:ext cx="4602747" cy="4602747"/>
          </a:xfrm>
          <a:prstGeom prst="rect">
            <a:avLst/>
          </a:prstGeom>
        </p:spPr>
      </p:pic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95DABAC-4B6A-4B44-8146-43239D54B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167" y="6492875"/>
            <a:ext cx="457833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3</a:t>
            </a:fld>
            <a:endParaRPr lang="it-IT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105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FA5242-E5AB-04EE-92E9-0AB4B33A8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5656791" cy="723900"/>
          </a:xfrm>
        </p:spPr>
        <p:txBody>
          <a:bodyPr/>
          <a:lstStyle/>
          <a:p>
            <a:r>
              <a:rPr lang="it-IT" dirty="0"/>
              <a:t>Problematiche del Sistema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5159C8-4352-18A5-6369-907A448CC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Dall’analisi della Carta dei Servizi del 2024 e 2025, rilasciate dall’ENAC, sono emerse le seguenti problematiche:</a:t>
            </a:r>
          </a:p>
          <a:p>
            <a:pPr>
              <a:buFont typeface="Wingdings" panose="05000000000000000000" pitchFamily="2" charset="2"/>
              <a:buChar char="Ø"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88DB759-03B8-6841-D850-1A6872E5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9182" y="6492875"/>
            <a:ext cx="652818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4</a:t>
            </a:fld>
            <a:endParaRPr lang="it-IT" sz="2000" dirty="0">
              <a:solidFill>
                <a:schemeClr val="bg1"/>
              </a:solidFill>
            </a:endParaRPr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5FD60599-05A5-D9C5-E18C-8C2BDF6093FE}"/>
              </a:ext>
            </a:extLst>
          </p:cNvPr>
          <p:cNvGrpSpPr/>
          <p:nvPr/>
        </p:nvGrpSpPr>
        <p:grpSpPr>
          <a:xfrm>
            <a:off x="440122" y="2474476"/>
            <a:ext cx="9071092" cy="2894910"/>
            <a:chOff x="100683" y="2315265"/>
            <a:chExt cx="9071092" cy="2894910"/>
          </a:xfrm>
        </p:grpSpPr>
        <p:graphicFrame>
          <p:nvGraphicFramePr>
            <p:cNvPr id="9" name="Diagramma 8">
              <a:extLst>
                <a:ext uri="{FF2B5EF4-FFF2-40B4-BE49-F238E27FC236}">
                  <a16:creationId xmlns:a16="http://schemas.microsoft.com/office/drawing/2014/main" id="{2469DBA3-A7AB-416D-21F0-8BE91E8B2A5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55975006"/>
                </p:ext>
              </p:extLst>
            </p:nvPr>
          </p:nvGraphicFramePr>
          <p:xfrm>
            <a:off x="100683" y="2315265"/>
            <a:ext cx="4196107" cy="289491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14" name="Diagramma 13">
              <a:extLst>
                <a:ext uri="{FF2B5EF4-FFF2-40B4-BE49-F238E27FC236}">
                  <a16:creationId xmlns:a16="http://schemas.microsoft.com/office/drawing/2014/main" id="{F4A19016-33FF-F170-EDC3-CCDF6CC8537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121712732"/>
                </p:ext>
              </p:extLst>
            </p:nvPr>
          </p:nvGraphicFramePr>
          <p:xfrm>
            <a:off x="4975668" y="2315265"/>
            <a:ext cx="4196107" cy="289491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85821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69A4B-5CE3-C14B-1BAE-6E5FC52AC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888C4B-67CE-ED4F-74FA-A29C1C753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5656791" cy="723900"/>
          </a:xfrm>
        </p:spPr>
        <p:txBody>
          <a:bodyPr/>
          <a:lstStyle/>
          <a:p>
            <a:r>
              <a:rPr lang="it-IT" dirty="0"/>
              <a:t>Obiettivi dello Studio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067152-7D3C-5DBC-8572-78E7B5C06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L’obietto è quello di garantire i valori target prefissati dall’Ente di gestione dell’Aeroporto di Bologna :</a:t>
            </a:r>
          </a:p>
          <a:p>
            <a:pPr>
              <a:buFont typeface="Wingdings" panose="05000000000000000000" pitchFamily="2" charset="2"/>
              <a:buChar char="Ø"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B65C22-3E34-ECE3-2F98-D30410BBA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3957" y="6492875"/>
            <a:ext cx="548043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5</a:t>
            </a:fld>
            <a:endParaRPr lang="it-IT" sz="2000" dirty="0">
              <a:solidFill>
                <a:schemeClr val="bg1"/>
              </a:solidFill>
            </a:endParaRPr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650EACB1-A2D4-2060-C23E-7E6D4A196BE9}"/>
              </a:ext>
            </a:extLst>
          </p:cNvPr>
          <p:cNvGrpSpPr/>
          <p:nvPr/>
        </p:nvGrpSpPr>
        <p:grpSpPr>
          <a:xfrm>
            <a:off x="440122" y="2474476"/>
            <a:ext cx="9071092" cy="2894910"/>
            <a:chOff x="100683" y="2315265"/>
            <a:chExt cx="9071092" cy="2894910"/>
          </a:xfrm>
        </p:grpSpPr>
        <p:graphicFrame>
          <p:nvGraphicFramePr>
            <p:cNvPr id="9" name="Diagramma 8">
              <a:extLst>
                <a:ext uri="{FF2B5EF4-FFF2-40B4-BE49-F238E27FC236}">
                  <a16:creationId xmlns:a16="http://schemas.microsoft.com/office/drawing/2014/main" id="{7D3932FA-4C1F-B7A7-A6D2-9E4F3DD44BA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55025909"/>
                </p:ext>
              </p:extLst>
            </p:nvPr>
          </p:nvGraphicFramePr>
          <p:xfrm>
            <a:off x="100683" y="2315265"/>
            <a:ext cx="4196107" cy="289491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14" name="Diagramma 13">
              <a:extLst>
                <a:ext uri="{FF2B5EF4-FFF2-40B4-BE49-F238E27FC236}">
                  <a16:creationId xmlns:a16="http://schemas.microsoft.com/office/drawing/2014/main" id="{256093B7-BDEA-6959-A152-1F3A15BA9FC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93560675"/>
                </p:ext>
              </p:extLst>
            </p:nvPr>
          </p:nvGraphicFramePr>
          <p:xfrm>
            <a:off x="4975668" y="2315265"/>
            <a:ext cx="4196107" cy="289491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21361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BDC96-6119-E31A-9804-9C81C0EF8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781606-C365-4227-45EC-698BF2FBA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83" y="373188"/>
            <a:ext cx="2637367" cy="1099457"/>
          </a:xfrm>
        </p:spPr>
        <p:txBody>
          <a:bodyPr>
            <a:normAutofit/>
          </a:bodyPr>
          <a:lstStyle/>
          <a:p>
            <a:r>
              <a:rPr lang="it-IT" dirty="0"/>
              <a:t>Roadmap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2962F2F-13F1-4FF6-D260-3D7BE2D01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9466" y="6065837"/>
            <a:ext cx="309921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D87D1DC9-3B65-4EB2-AAA2-4BCA5EE1B4AB}" type="slidenum">
              <a:rPr lang="it-IT" sz="2000" smtClean="0"/>
              <a:pPr>
                <a:spcAft>
                  <a:spcPts val="600"/>
                </a:spcAft>
              </a:pPr>
              <a:t>6</a:t>
            </a:fld>
            <a:endParaRPr lang="it-IT" sz="2000" dirty="0"/>
          </a:p>
        </p:txBody>
      </p:sp>
      <p:graphicFrame>
        <p:nvGraphicFramePr>
          <p:cNvPr id="8" name="Segnaposto contenuto 2">
            <a:extLst>
              <a:ext uri="{FF2B5EF4-FFF2-40B4-BE49-F238E27FC236}">
                <a16:creationId xmlns:a16="http://schemas.microsoft.com/office/drawing/2014/main" id="{B31F82DB-BFD3-F661-C3F5-1ED26D4389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0698175"/>
              </p:ext>
            </p:extLst>
          </p:nvPr>
        </p:nvGraphicFramePr>
        <p:xfrm>
          <a:off x="315383" y="176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egnaposto numero diapositiva 3">
            <a:extLst>
              <a:ext uri="{FF2B5EF4-FFF2-40B4-BE49-F238E27FC236}">
                <a16:creationId xmlns:a16="http://schemas.microsoft.com/office/drawing/2014/main" id="{49399BC4-6793-0C3D-E8F0-11672FDBE378}"/>
              </a:ext>
            </a:extLst>
          </p:cNvPr>
          <p:cNvSpPr txBox="1">
            <a:spLocks/>
          </p:cNvSpPr>
          <p:nvPr/>
        </p:nvSpPr>
        <p:spPr>
          <a:xfrm>
            <a:off x="11733907" y="6492875"/>
            <a:ext cx="4580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pPr/>
              <a:t>6</a:t>
            </a:fld>
            <a:endParaRPr lang="it-IT" sz="2000" dirty="0">
              <a:solidFill>
                <a:schemeClr val="bg1"/>
              </a:solidFill>
            </a:endParaRPr>
          </a:p>
        </p:txBody>
      </p:sp>
      <p:pic>
        <p:nvPicPr>
          <p:cNvPr id="5" name="Immagine 4" descr="Immagine che contiene Elementi grafici, cerchio, Policromia, simbolo&#10;&#10;Il contenuto generato dall'IA potrebbe non essere corretto.">
            <a:extLst>
              <a:ext uri="{FF2B5EF4-FFF2-40B4-BE49-F238E27FC236}">
                <a16:creationId xmlns:a16="http://schemas.microsoft.com/office/drawing/2014/main" id="{5D63440E-5A6B-02D5-837D-76D54635E1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484" y="3707447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41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5FC5D6-D96E-6AC7-9C2E-ABCC1FC24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it-IT" dirty="0"/>
              <a:t>Modello Concettuale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D9CA80-5506-F0AF-BE79-46EC92E4B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2080"/>
            <a:ext cx="5220430" cy="484632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it-IT" dirty="0"/>
              <a:t>Distinguiamo due tipologie di passeggero:</a:t>
            </a:r>
          </a:p>
          <a:p>
            <a:pPr lvl="1">
              <a:lnSpc>
                <a:spcPct val="90000"/>
              </a:lnSpc>
            </a:pPr>
            <a:r>
              <a:rPr lang="it-IT" sz="1800" b="1" dirty="0"/>
              <a:t>Passeggero Tradizionale</a:t>
            </a:r>
          </a:p>
          <a:p>
            <a:pPr lvl="2">
              <a:lnSpc>
                <a:spcPct val="90000"/>
              </a:lnSpc>
            </a:pPr>
            <a:r>
              <a:rPr lang="it-IT" sz="1800" dirty="0"/>
              <a:t>Business–Class</a:t>
            </a:r>
          </a:p>
          <a:p>
            <a:pPr lvl="2">
              <a:lnSpc>
                <a:spcPct val="90000"/>
              </a:lnSpc>
            </a:pPr>
            <a:r>
              <a:rPr lang="it-IT" sz="1800" dirty="0"/>
              <a:t>Premium–Economy</a:t>
            </a:r>
          </a:p>
          <a:p>
            <a:pPr lvl="2">
              <a:lnSpc>
                <a:spcPct val="90000"/>
              </a:lnSpc>
            </a:pPr>
            <a:r>
              <a:rPr lang="it-IT" sz="1800" dirty="0"/>
              <a:t>Economy</a:t>
            </a:r>
          </a:p>
          <a:p>
            <a:pPr lvl="1">
              <a:lnSpc>
                <a:spcPct val="90000"/>
              </a:lnSpc>
            </a:pPr>
            <a:r>
              <a:rPr lang="it-IT" sz="1800" b="1" dirty="0"/>
              <a:t>Passeggero Low–Cost</a:t>
            </a:r>
            <a:r>
              <a:rPr lang="it-IT" sz="1800" dirty="0"/>
              <a:t> </a:t>
            </a:r>
          </a:p>
          <a:p>
            <a:pPr lvl="2">
              <a:lnSpc>
                <a:spcPct val="90000"/>
              </a:lnSpc>
            </a:pPr>
            <a:r>
              <a:rPr lang="it-IT" sz="1800" dirty="0" err="1"/>
              <a:t>Flexi</a:t>
            </a:r>
            <a:r>
              <a:rPr lang="it-IT" sz="1800" dirty="0"/>
              <a:t>–Plus</a:t>
            </a:r>
          </a:p>
          <a:p>
            <a:pPr lvl="2">
              <a:lnSpc>
                <a:spcPct val="90000"/>
              </a:lnSpc>
            </a:pPr>
            <a:r>
              <a:rPr lang="it-IT" sz="1800" dirty="0"/>
              <a:t>Self </a:t>
            </a:r>
            <a:r>
              <a:rPr lang="it-IT" sz="1800" dirty="0" err="1"/>
              <a:t>Bag</a:t>
            </a:r>
            <a:r>
              <a:rPr lang="it-IT" sz="1800" dirty="0"/>
              <a:t> and Drop</a:t>
            </a:r>
          </a:p>
          <a:p>
            <a:pPr lvl="2">
              <a:lnSpc>
                <a:spcPct val="90000"/>
              </a:lnSpc>
            </a:pPr>
            <a:r>
              <a:rPr lang="it-IT" sz="1800" dirty="0" err="1"/>
              <a:t>Bag</a:t>
            </a:r>
            <a:r>
              <a:rPr lang="it-IT" sz="1800" dirty="0"/>
              <a:t> and Drop</a:t>
            </a:r>
          </a:p>
        </p:txBody>
      </p:sp>
      <p:pic>
        <p:nvPicPr>
          <p:cNvPr id="6" name="Immagine 5" descr="Immagine che contiene clipart, Cartoni animati, Animazione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FBA0D03B-CCF5-E290-C055-83409CC26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416" y="2705153"/>
            <a:ext cx="2599383" cy="2599383"/>
          </a:xfrm>
          <a:prstGeom prst="rect">
            <a:avLst/>
          </a:prstGeo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8F49C0F-38CB-1865-79D3-E9683633D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008" y="6492875"/>
            <a:ext cx="463992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7</a:t>
            </a:fld>
            <a:endParaRPr lang="it-IT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958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FCE5CE-4B68-3557-F70D-24F8F8F0D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it-IT" dirty="0"/>
              <a:t>Modello Concettuale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F20CFB0-00C2-4DCA-B814-CA92ED672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22401"/>
            <a:ext cx="5220000" cy="4845600"/>
          </a:xfrm>
        </p:spPr>
        <p:txBody>
          <a:bodyPr>
            <a:normAutofit/>
          </a:bodyPr>
          <a:lstStyle/>
          <a:p>
            <a:r>
              <a:rPr lang="it-IT" dirty="0"/>
              <a:t>Prima di recarsi alla zona dei Controlli di Sicurezza, i passeggeri vengono suddivisi in due categorie:</a:t>
            </a:r>
          </a:p>
          <a:p>
            <a:pPr lvl="1"/>
            <a:r>
              <a:rPr lang="it-IT" b="1" dirty="0"/>
              <a:t>Percorso Fast–Track,</a:t>
            </a:r>
            <a:r>
              <a:rPr lang="it-IT" dirty="0"/>
              <a:t> incluso nelle tariffe di Business–Class e </a:t>
            </a:r>
            <a:r>
              <a:rPr lang="it-IT" dirty="0" err="1"/>
              <a:t>Flexi</a:t>
            </a:r>
            <a:r>
              <a:rPr lang="it-IT" dirty="0"/>
              <a:t>-Plus.  </a:t>
            </a:r>
          </a:p>
          <a:p>
            <a:pPr lvl="1"/>
            <a:r>
              <a:rPr lang="it-IT" b="1" dirty="0"/>
              <a:t>Percorso Normale</a:t>
            </a:r>
          </a:p>
        </p:txBody>
      </p:sp>
      <p:pic>
        <p:nvPicPr>
          <p:cNvPr id="6" name="Immagine 5" descr="Immagine che contiene schermata, simbolo, illustrazione, design&#10;&#10;Il contenuto generato dall'IA potrebbe non essere corretto.">
            <a:extLst>
              <a:ext uri="{FF2B5EF4-FFF2-40B4-BE49-F238E27FC236}">
                <a16:creationId xmlns:a16="http://schemas.microsoft.com/office/drawing/2014/main" id="{9EF5783E-1592-A4B0-A739-AAF3DA22F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45601"/>
            <a:ext cx="2599200" cy="2599200"/>
          </a:xfrm>
          <a:prstGeom prst="rect">
            <a:avLst/>
          </a:prstGeo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CE67843-E64A-B852-C009-0D4CEF878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1345" y="6492875"/>
            <a:ext cx="430655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8</a:t>
            </a:fld>
            <a:endParaRPr lang="it-IT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954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91F8EB-50C2-8ED6-C657-5758E7DB6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9573" y="6492875"/>
            <a:ext cx="482427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9</a:t>
            </a:fld>
            <a:endParaRPr lang="it-IT" sz="2000" dirty="0">
              <a:solidFill>
                <a:schemeClr val="bg1"/>
              </a:solidFill>
            </a:endParaRPr>
          </a:p>
        </p:txBody>
      </p:sp>
      <p:pic>
        <p:nvPicPr>
          <p:cNvPr id="7" name="Immagine 6" descr="Immagine che contiene testo, diagramma, Piano, schematico&#10;&#10;Il contenuto generato dall'IA potrebbe non essere corretto.">
            <a:extLst>
              <a:ext uri="{FF2B5EF4-FFF2-40B4-BE49-F238E27FC236}">
                <a16:creationId xmlns:a16="http://schemas.microsoft.com/office/drawing/2014/main" id="{E1A89E33-6F53-81E3-0160-83A944DFE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7095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23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EA21F0-4AD3-45D1-D5B6-26DA2DCB8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Modello Concettuale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E79D910-342D-F560-E8A9-4CFEC0E4B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8275"/>
            <a:ext cx="8596668" cy="3819525"/>
          </a:xfrm>
        </p:spPr>
        <p:txBody>
          <a:bodyPr>
            <a:normAutofit/>
          </a:bodyPr>
          <a:lstStyle/>
          <a:p>
            <a:r>
              <a:rPr lang="it-IT" dirty="0"/>
              <a:t>Lo </a:t>
            </a:r>
            <a:r>
              <a:rPr lang="it-IT" b="1" dirty="0"/>
              <a:t>Stato</a:t>
            </a:r>
            <a:r>
              <a:rPr lang="it-IT" dirty="0"/>
              <a:t> del sistema è definito da:</a:t>
            </a:r>
          </a:p>
          <a:p>
            <a:pPr lvl="1"/>
            <a:r>
              <a:rPr lang="it-IT" dirty="0"/>
              <a:t>Stato dei Serventi (</a:t>
            </a:r>
            <a:r>
              <a:rPr lang="it-IT" b="1" dirty="0"/>
              <a:t>BUSY</a:t>
            </a:r>
            <a:r>
              <a:rPr lang="it-IT" dirty="0"/>
              <a:t> o </a:t>
            </a:r>
            <a:r>
              <a:rPr lang="it-IT" b="1" dirty="0"/>
              <a:t>IDLE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Stato delle Code (</a:t>
            </a:r>
            <a:r>
              <a:rPr lang="it-IT" b="1" dirty="0"/>
              <a:t>VUOTA </a:t>
            </a:r>
            <a:r>
              <a:rPr lang="it-IT" dirty="0"/>
              <a:t>o</a:t>
            </a:r>
            <a:r>
              <a:rPr lang="it-IT" b="1" dirty="0"/>
              <a:t> NON VUOTA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Numero di passeggeri per nodo</a:t>
            </a:r>
          </a:p>
          <a:p>
            <a:pPr lvl="1"/>
            <a:r>
              <a:rPr lang="it-IT" dirty="0"/>
              <a:t>Fascia oraria corrente</a:t>
            </a:r>
          </a:p>
          <a:p>
            <a:r>
              <a:rPr lang="it-IT" dirty="0"/>
              <a:t>Gli </a:t>
            </a:r>
            <a:r>
              <a:rPr lang="it-IT" b="1" dirty="0"/>
              <a:t>eventi </a:t>
            </a:r>
            <a:r>
              <a:rPr lang="it-IT" dirty="0"/>
              <a:t>del sistema sono:</a:t>
            </a:r>
          </a:p>
          <a:p>
            <a:pPr lvl="1"/>
            <a:r>
              <a:rPr lang="it-IT" dirty="0"/>
              <a:t>Arrivo di un passeggero</a:t>
            </a:r>
          </a:p>
          <a:p>
            <a:pPr lvl="1"/>
            <a:r>
              <a:rPr lang="it-IT" dirty="0"/>
              <a:t>Completamento Check-In</a:t>
            </a:r>
          </a:p>
          <a:p>
            <a:pPr lvl="1"/>
            <a:r>
              <a:rPr lang="it-IT" dirty="0"/>
              <a:t>Completamento Controlli di Sicurezza</a:t>
            </a:r>
          </a:p>
          <a:p>
            <a:pPr lvl="1"/>
            <a:r>
              <a:rPr lang="it-IT" dirty="0"/>
              <a:t>Cambiamento fascia oraria</a:t>
            </a:r>
          </a:p>
          <a:p>
            <a:pPr lvl="1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69D02EF-76B3-0869-995C-73F76D207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10</a:t>
            </a:fld>
            <a:endParaRPr lang="it-IT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753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20C6A3-E850-4445-10CA-ECF1D125A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it-IT" dirty="0"/>
              <a:t>Modello Concettuale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662319-FD68-06DE-4789-E1FB8C9D1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8270"/>
            <a:ext cx="5220430" cy="3701270"/>
          </a:xfrm>
        </p:spPr>
        <p:txBody>
          <a:bodyPr>
            <a:normAutofit/>
          </a:bodyPr>
          <a:lstStyle/>
          <a:p>
            <a:r>
              <a:rPr lang="it-IT" dirty="0"/>
              <a:t>Le </a:t>
            </a:r>
            <a:r>
              <a:rPr lang="it-IT" b="1" dirty="0"/>
              <a:t>fasce orarie</a:t>
            </a:r>
            <a:r>
              <a:rPr lang="it-IT" dirty="0"/>
              <a:t> sono le seguenti, ognuna con una percentuale d’affluenza:</a:t>
            </a:r>
          </a:p>
          <a:p>
            <a:pPr lvl="1"/>
            <a:r>
              <a:rPr lang="it-IT" dirty="0"/>
              <a:t>00:00 – 05:59 </a:t>
            </a:r>
            <a:r>
              <a:rPr lang="it-IT" dirty="0">
                <a:sym typeface="Wingdings" panose="05000000000000000000" pitchFamily="2" charset="2"/>
              </a:rPr>
              <a:t> 6,6% </a:t>
            </a:r>
            <a:endParaRPr lang="it-IT" dirty="0"/>
          </a:p>
          <a:p>
            <a:pPr lvl="1"/>
            <a:r>
              <a:rPr lang="it-IT" dirty="0"/>
              <a:t>06:00 – 08:59 </a:t>
            </a:r>
            <a:r>
              <a:rPr lang="it-IT" dirty="0">
                <a:sym typeface="Wingdings" panose="05000000000000000000" pitchFamily="2" charset="2"/>
              </a:rPr>
              <a:t> 16,5%</a:t>
            </a:r>
            <a:endParaRPr lang="it-IT" dirty="0"/>
          </a:p>
          <a:p>
            <a:pPr lvl="1"/>
            <a:r>
              <a:rPr lang="it-IT" dirty="0"/>
              <a:t>09:00 – 11:59 </a:t>
            </a:r>
            <a:r>
              <a:rPr lang="it-IT" dirty="0">
                <a:sym typeface="Wingdings" panose="05000000000000000000" pitchFamily="2" charset="2"/>
              </a:rPr>
              <a:t> 16,5%</a:t>
            </a:r>
            <a:endParaRPr lang="it-IT" dirty="0"/>
          </a:p>
          <a:p>
            <a:pPr lvl="1"/>
            <a:r>
              <a:rPr lang="it-IT" dirty="0"/>
              <a:t>12:00 – 14:59 </a:t>
            </a:r>
            <a:r>
              <a:rPr lang="it-IT" dirty="0">
                <a:sym typeface="Wingdings" panose="05000000000000000000" pitchFamily="2" charset="2"/>
              </a:rPr>
              <a:t> 16,5%</a:t>
            </a:r>
            <a:endParaRPr lang="it-IT" dirty="0"/>
          </a:p>
          <a:p>
            <a:pPr lvl="1"/>
            <a:r>
              <a:rPr lang="it-IT" dirty="0"/>
              <a:t>15:00 – 18:59 </a:t>
            </a:r>
            <a:r>
              <a:rPr lang="it-IT" dirty="0">
                <a:sym typeface="Wingdings" panose="05000000000000000000" pitchFamily="2" charset="2"/>
              </a:rPr>
              <a:t> 19,6%</a:t>
            </a:r>
            <a:endParaRPr lang="it-IT" dirty="0"/>
          </a:p>
          <a:p>
            <a:pPr lvl="1"/>
            <a:r>
              <a:rPr lang="it-IT" dirty="0"/>
              <a:t>19:00 – 21:59 </a:t>
            </a:r>
            <a:r>
              <a:rPr lang="it-IT" dirty="0">
                <a:sym typeface="Wingdings" panose="05000000000000000000" pitchFamily="2" charset="2"/>
              </a:rPr>
              <a:t> 16,5%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22:00 – 23:59  7,8%</a:t>
            </a:r>
            <a:endParaRPr lang="it-IT" dirty="0"/>
          </a:p>
          <a:p>
            <a:pPr lvl="1"/>
            <a:endParaRPr lang="it-IT" dirty="0"/>
          </a:p>
        </p:txBody>
      </p:sp>
      <p:pic>
        <p:nvPicPr>
          <p:cNvPr id="8" name="Immagine 7" descr="Immagine che contiene orologio, Orologio da parete, cerchio, Orologio al quarzo&#10;&#10;Il contenuto generato dall'IA potrebbe non essere corretto.">
            <a:extLst>
              <a:ext uri="{FF2B5EF4-FFF2-40B4-BE49-F238E27FC236}">
                <a16:creationId xmlns:a16="http://schemas.microsoft.com/office/drawing/2014/main" id="{EA06311B-E740-A3AF-71B6-A8C1F7F56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80340"/>
            <a:ext cx="2599200" cy="2599200"/>
          </a:xfrm>
          <a:prstGeom prst="rect">
            <a:avLst/>
          </a:prstGeo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D6A71D-B174-8374-356A-638B360D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11</a:t>
            </a:fld>
            <a:endParaRPr lang="it-IT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473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172B26-4F8C-2D4A-3FCA-A4FC65BBC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28650"/>
          </a:xfrm>
        </p:spPr>
        <p:txBody>
          <a:bodyPr>
            <a:normAutofit fontScale="90000"/>
          </a:bodyPr>
          <a:lstStyle/>
          <a:p>
            <a:r>
              <a:rPr lang="it-IT" dirty="0"/>
              <a:t>Modello Delle Specifiche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776EC5C-A42A-979D-B1C8-A0B3D951B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38250"/>
            <a:ext cx="8596668" cy="628650"/>
          </a:xfrm>
        </p:spPr>
        <p:txBody>
          <a:bodyPr>
            <a:normAutofit lnSpcReduction="10000"/>
          </a:bodyPr>
          <a:lstStyle/>
          <a:p>
            <a:r>
              <a:rPr lang="it-IT" dirty="0"/>
              <a:t>Per stimare il tasso d’arrivo degli utenti nel sistema, si parte dal numero totale di passeggeri transitati nell’aeroporto nel 2024 pari a: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b="0" i="1" dirty="0">
              <a:latin typeface="Cambria Math" panose="02040503050406030204" pitchFamily="18" charset="0"/>
            </a:endParaRP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83154A6-8AFB-CACE-93B7-CCB91325E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1948" y="6492875"/>
            <a:ext cx="530052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12</a:t>
            </a:fld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5038F824-4C20-45F2-C592-46BAAA2C364C}"/>
              </a:ext>
            </a:extLst>
          </p:cNvPr>
          <p:cNvSpPr txBox="1">
            <a:spLocks/>
          </p:cNvSpPr>
          <p:nvPr/>
        </p:nvSpPr>
        <p:spPr>
          <a:xfrm>
            <a:off x="677334" y="4295199"/>
            <a:ext cx="8596668" cy="486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Calcolo dei </a:t>
            </a:r>
            <a:r>
              <a:rPr lang="el-GR" dirty="0"/>
              <a:t>λ</a:t>
            </a:r>
            <a:r>
              <a:rPr lang="it-IT" dirty="0"/>
              <a:t> per le rispettive fasce orarie</a:t>
            </a:r>
          </a:p>
          <a:p>
            <a:pPr marL="0" indent="0">
              <a:buFont typeface="Wingdings 3" charset="2"/>
              <a:buNone/>
            </a:pPr>
            <a:endParaRPr lang="it-IT" dirty="0"/>
          </a:p>
          <a:p>
            <a:pPr marL="0" indent="0">
              <a:buFont typeface="Wingdings 3" charset="2"/>
              <a:buNone/>
            </a:pPr>
            <a:endParaRPr lang="it-IT" i="1" dirty="0">
              <a:latin typeface="Cambria Math" panose="02040503050406030204" pitchFamily="18" charset="0"/>
            </a:endParaRPr>
          </a:p>
          <a:p>
            <a:endParaRPr lang="it-IT" dirty="0"/>
          </a:p>
          <a:p>
            <a:pPr marL="0" indent="0">
              <a:buFont typeface="Wingdings 3" charset="2"/>
              <a:buNone/>
            </a:pPr>
            <a:endParaRPr lang="it-IT" dirty="0"/>
          </a:p>
          <a:p>
            <a:pPr marL="0" indent="0">
              <a:buFont typeface="Wingdings 3" charset="2"/>
              <a:buNone/>
            </a:pPr>
            <a:endParaRPr lang="it-IT" dirty="0"/>
          </a:p>
          <a:p>
            <a:endParaRPr lang="it-IT" dirty="0"/>
          </a:p>
        </p:txBody>
      </p:sp>
      <p:pic>
        <p:nvPicPr>
          <p:cNvPr id="10" name="Immagine 9" descr="Immagine che contiene testo, Carattere, ricevuta, bianco&#10;&#10;Il contenuto generato dall'IA potrebbe non essere corretto.">
            <a:extLst>
              <a:ext uri="{FF2B5EF4-FFF2-40B4-BE49-F238E27FC236}">
                <a16:creationId xmlns:a16="http://schemas.microsoft.com/office/drawing/2014/main" id="{A7B9A88A-E240-0D83-4200-207BF085F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75" y="1866900"/>
            <a:ext cx="4907591" cy="2362200"/>
          </a:xfrm>
          <a:prstGeom prst="rect">
            <a:avLst/>
          </a:prstGeom>
        </p:spPr>
      </p:pic>
      <p:pic>
        <p:nvPicPr>
          <p:cNvPr id="13" name="Immagine 12" descr="Immagine che contiene testo, Carattere, schermata, bianco&#10;&#10;Il contenuto generato dall'IA potrebbe non essere corretto.">
            <a:extLst>
              <a:ext uri="{FF2B5EF4-FFF2-40B4-BE49-F238E27FC236}">
                <a16:creationId xmlns:a16="http://schemas.microsoft.com/office/drawing/2014/main" id="{985E3ECA-B876-D9C9-BBEF-2F2D34752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175" y="4782076"/>
            <a:ext cx="5163076" cy="189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969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A16B7F-6E94-5CD1-4FD8-AC91E9E35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66750"/>
          </a:xfrm>
        </p:spPr>
        <p:txBody>
          <a:bodyPr/>
          <a:lstStyle/>
          <a:p>
            <a:r>
              <a:rPr lang="it-IT" dirty="0"/>
              <a:t>Modello delle Specifiche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EDCAB4-63D0-91D7-7323-6541EB60C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3814"/>
            <a:ext cx="8596668" cy="3154361"/>
          </a:xfrm>
        </p:spPr>
        <p:txBody>
          <a:bodyPr/>
          <a:lstStyle/>
          <a:p>
            <a:r>
              <a:rPr lang="it-IT" dirty="0"/>
              <a:t>Gli arrivi dei passeggeri all’Aeroporto avvengono in modo casuale</a:t>
            </a:r>
          </a:p>
          <a:p>
            <a:pPr lvl="1"/>
            <a:r>
              <a:rPr lang="it-IT" b="1" dirty="0"/>
              <a:t>Tempi di inter-arrivo : </a:t>
            </a:r>
            <a:r>
              <a:rPr lang="it-IT" dirty="0"/>
              <a:t>Distribuzione Esponenziale</a:t>
            </a:r>
          </a:p>
          <a:p>
            <a:endParaRPr lang="it-IT" b="1" dirty="0"/>
          </a:p>
          <a:p>
            <a:r>
              <a:rPr lang="it-IT" b="1" dirty="0"/>
              <a:t>I tempi di servizio </a:t>
            </a:r>
            <a:r>
              <a:rPr lang="it-IT" dirty="0"/>
              <a:t>dei centri:</a:t>
            </a:r>
          </a:p>
          <a:p>
            <a:pPr lvl="1"/>
            <a:r>
              <a:rPr lang="it-IT" dirty="0"/>
              <a:t>Zona Tornelli </a:t>
            </a:r>
          </a:p>
          <a:p>
            <a:pPr lvl="2"/>
            <a:r>
              <a:rPr lang="it-IT" dirty="0"/>
              <a:t>Distribuzione Deterministica</a:t>
            </a:r>
          </a:p>
          <a:p>
            <a:pPr lvl="1"/>
            <a:r>
              <a:rPr lang="it-IT" dirty="0"/>
              <a:t>I restanti centri sono così definiti:</a:t>
            </a:r>
          </a:p>
          <a:p>
            <a:pPr lvl="2"/>
            <a:r>
              <a:rPr lang="it-IT" dirty="0"/>
              <a:t>Distribuzione Log-Normale troncata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924C04-C5C3-D5AD-6D54-4F45083BA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13</a:t>
            </a:fld>
            <a:endParaRPr lang="it-IT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99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A8393B-D137-4A1F-0407-CD44CBBE8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38175"/>
          </a:xfrm>
        </p:spPr>
        <p:txBody>
          <a:bodyPr>
            <a:noAutofit/>
          </a:bodyPr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BD7016C-18F5-8DFA-CA6E-70DE4A813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03339"/>
            <a:ext cx="8596668" cy="2832244"/>
          </a:xfrm>
        </p:spPr>
        <p:txBody>
          <a:bodyPr/>
          <a:lstStyle/>
          <a:p>
            <a:r>
              <a:rPr lang="it-IT" dirty="0"/>
              <a:t>Verifichiamo se il sistema converge allo stato stazionario, attraverso una simulazione ad orizzonte finito.</a:t>
            </a:r>
          </a:p>
          <a:p>
            <a:r>
              <a:rPr lang="it-IT" dirty="0"/>
              <a:t>La variabile di riferimento è il </a:t>
            </a:r>
            <a:r>
              <a:rPr lang="it-IT" b="1" dirty="0"/>
              <a:t>Tempo d’attesa in coda.</a:t>
            </a:r>
          </a:p>
          <a:p>
            <a:r>
              <a:rPr lang="it-IT" dirty="0"/>
              <a:t>Sono state effettuate più simulazioni</a:t>
            </a:r>
          </a:p>
          <a:p>
            <a:pPr lvl="1"/>
            <a:r>
              <a:rPr lang="it-IT" i="1" dirty="0"/>
              <a:t>Stesse condizioni iniziali (Sistema vuoto)</a:t>
            </a:r>
          </a:p>
          <a:p>
            <a:pPr lvl="1"/>
            <a:r>
              <a:rPr lang="it-IT" i="1" dirty="0"/>
              <a:t>Seed indipendenti</a:t>
            </a:r>
          </a:p>
          <a:p>
            <a:pPr lvl="1"/>
            <a:r>
              <a:rPr lang="it-IT" i="1" dirty="0"/>
              <a:t>Seed Iniziale: 123456789</a:t>
            </a:r>
          </a:p>
          <a:p>
            <a:pPr lvl="1"/>
            <a:endParaRPr lang="it-IT" dirty="0"/>
          </a:p>
          <a:p>
            <a:pPr marL="457200" lvl="1" indent="0">
              <a:buNone/>
            </a:pPr>
            <a:endParaRPr lang="it-IT" i="1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EF549E9-494B-EDC8-BC39-EEBAE1B4E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14</a:t>
            </a:fld>
            <a:endParaRPr lang="it-IT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273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799F46-0F6A-D850-040F-60DAFCEEA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/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73466A-C5F5-339E-89B7-F09AFBD07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1600"/>
            <a:ext cx="8596668" cy="5486400"/>
          </a:xfrm>
        </p:spPr>
        <p:txBody>
          <a:bodyPr>
            <a:normAutofit fontScale="92500" lnSpcReduction="20000"/>
          </a:bodyPr>
          <a:lstStyle/>
          <a:p>
            <a:r>
              <a:rPr lang="it-IT" sz="1900" dirty="0"/>
              <a:t>Configurazione del sistema usata:</a:t>
            </a:r>
          </a:p>
          <a:p>
            <a:pPr lvl="1"/>
            <a:r>
              <a:rPr lang="it-IT" sz="1700" dirty="0"/>
              <a:t>Zona Check-In A:</a:t>
            </a:r>
          </a:p>
          <a:p>
            <a:pPr lvl="2"/>
            <a:r>
              <a:rPr lang="it-IT" sz="1500" dirty="0"/>
              <a:t>Check-In Tradizionale</a:t>
            </a:r>
          </a:p>
          <a:p>
            <a:pPr lvl="3"/>
            <a:r>
              <a:rPr lang="it-IT" sz="1300" dirty="0"/>
              <a:t>Business-Class </a:t>
            </a:r>
            <a:r>
              <a:rPr lang="it-IT" sz="1300" dirty="0">
                <a:sym typeface="Wingdings" panose="05000000000000000000" pitchFamily="2" charset="2"/>
              </a:rPr>
              <a:t> 1 Servente</a:t>
            </a:r>
          </a:p>
          <a:p>
            <a:pPr lvl="3"/>
            <a:r>
              <a:rPr lang="it-IT" sz="1300" dirty="0">
                <a:sym typeface="Wingdings" panose="05000000000000000000" pitchFamily="2" charset="2"/>
              </a:rPr>
              <a:t>Premium-Economy  1 Servente</a:t>
            </a:r>
          </a:p>
          <a:p>
            <a:pPr lvl="3"/>
            <a:r>
              <a:rPr lang="it-IT" sz="1300" dirty="0">
                <a:sym typeface="Wingdings" panose="05000000000000000000" pitchFamily="2" charset="2"/>
              </a:rPr>
              <a:t>Economy  3 Servente</a:t>
            </a:r>
          </a:p>
          <a:p>
            <a:pPr lvl="2"/>
            <a:r>
              <a:rPr lang="it-IT" sz="1500" dirty="0"/>
              <a:t>Check-In Low-Cost</a:t>
            </a:r>
          </a:p>
          <a:p>
            <a:pPr lvl="3"/>
            <a:r>
              <a:rPr lang="it-IT" sz="1300" dirty="0" err="1"/>
              <a:t>Flexi</a:t>
            </a:r>
            <a:r>
              <a:rPr lang="it-IT" sz="1300" dirty="0"/>
              <a:t>-Plus </a:t>
            </a:r>
            <a:r>
              <a:rPr lang="it-IT" sz="1300" dirty="0">
                <a:sym typeface="Wingdings" panose="05000000000000000000" pitchFamily="2" charset="2"/>
              </a:rPr>
              <a:t> 1 Servente</a:t>
            </a:r>
          </a:p>
          <a:p>
            <a:pPr lvl="3"/>
            <a:r>
              <a:rPr lang="it-IT" sz="1300" dirty="0">
                <a:sym typeface="Wingdings" panose="05000000000000000000" pitchFamily="2" charset="2"/>
              </a:rPr>
              <a:t>Self </a:t>
            </a:r>
            <a:r>
              <a:rPr lang="it-IT" sz="1300" dirty="0" err="1">
                <a:sym typeface="Wingdings" panose="05000000000000000000" pitchFamily="2" charset="2"/>
              </a:rPr>
              <a:t>Bag</a:t>
            </a:r>
            <a:r>
              <a:rPr lang="it-IT" sz="1300" dirty="0">
                <a:sym typeface="Wingdings" panose="05000000000000000000" pitchFamily="2" charset="2"/>
              </a:rPr>
              <a:t> and Drop  1 Servente</a:t>
            </a:r>
          </a:p>
          <a:p>
            <a:pPr lvl="3"/>
            <a:r>
              <a:rPr lang="it-IT" sz="1300" dirty="0" err="1">
                <a:sym typeface="Wingdings" panose="05000000000000000000" pitchFamily="2" charset="2"/>
              </a:rPr>
              <a:t>Bag</a:t>
            </a:r>
            <a:r>
              <a:rPr lang="it-IT" sz="1300" dirty="0">
                <a:sym typeface="Wingdings" panose="05000000000000000000" pitchFamily="2" charset="2"/>
              </a:rPr>
              <a:t> and Drop  4 Servente</a:t>
            </a:r>
          </a:p>
          <a:p>
            <a:pPr lvl="1"/>
            <a:r>
              <a:rPr lang="it-IT" sz="1700" dirty="0">
                <a:sym typeface="Wingdings" panose="05000000000000000000" pitchFamily="2" charset="2"/>
              </a:rPr>
              <a:t>Zona Check-In B/C:</a:t>
            </a:r>
          </a:p>
          <a:p>
            <a:pPr lvl="2"/>
            <a:r>
              <a:rPr lang="it-IT" sz="1500" dirty="0"/>
              <a:t>Check-In Tradizionale</a:t>
            </a:r>
          </a:p>
          <a:p>
            <a:pPr lvl="3"/>
            <a:r>
              <a:rPr lang="it-IT" sz="1300" dirty="0"/>
              <a:t>Business-Class </a:t>
            </a:r>
            <a:r>
              <a:rPr lang="it-IT" sz="1300" dirty="0">
                <a:sym typeface="Wingdings" panose="05000000000000000000" pitchFamily="2" charset="2"/>
              </a:rPr>
              <a:t> 1 Servente</a:t>
            </a:r>
          </a:p>
          <a:p>
            <a:pPr lvl="3"/>
            <a:r>
              <a:rPr lang="it-IT" sz="1300" dirty="0">
                <a:sym typeface="Wingdings" panose="05000000000000000000" pitchFamily="2" charset="2"/>
              </a:rPr>
              <a:t>Premium-Economy  1 Servente</a:t>
            </a:r>
          </a:p>
          <a:p>
            <a:pPr lvl="3"/>
            <a:r>
              <a:rPr lang="it-IT" sz="1300" dirty="0">
                <a:sym typeface="Wingdings" panose="05000000000000000000" pitchFamily="2" charset="2"/>
              </a:rPr>
              <a:t>Economy  2 Servente</a:t>
            </a:r>
          </a:p>
          <a:p>
            <a:pPr lvl="2"/>
            <a:r>
              <a:rPr lang="it-IT" sz="1500" dirty="0"/>
              <a:t>Check-In Low-Cost</a:t>
            </a:r>
          </a:p>
          <a:p>
            <a:pPr lvl="3"/>
            <a:r>
              <a:rPr lang="it-IT" sz="1300" dirty="0">
                <a:sym typeface="Wingdings" panose="05000000000000000000" pitchFamily="2" charset="2"/>
              </a:rPr>
              <a:t>Check-In  1 Servente</a:t>
            </a:r>
          </a:p>
          <a:p>
            <a:pPr lvl="3"/>
            <a:r>
              <a:rPr lang="it-IT" sz="1300" dirty="0" err="1">
                <a:sym typeface="Wingdings" panose="05000000000000000000" pitchFamily="2" charset="2"/>
              </a:rPr>
              <a:t>Bag</a:t>
            </a:r>
            <a:r>
              <a:rPr lang="it-IT" sz="1300" dirty="0">
                <a:sym typeface="Wingdings" panose="05000000000000000000" pitchFamily="2" charset="2"/>
              </a:rPr>
              <a:t> and Drop  1 Servente</a:t>
            </a:r>
          </a:p>
          <a:p>
            <a:pPr lvl="2"/>
            <a:endParaRPr lang="it-IT" dirty="0">
              <a:sym typeface="Wingdings" panose="05000000000000000000" pitchFamily="2" charset="2"/>
            </a:endParaRPr>
          </a:p>
          <a:p>
            <a:pPr lvl="2"/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5FFF8A7-BD8B-E410-1C4A-203BC7632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15</a:t>
            </a:fld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0F26A83A-BBAE-D721-0078-9B4413DD9AC3}"/>
              </a:ext>
            </a:extLst>
          </p:cNvPr>
          <p:cNvSpPr txBox="1">
            <a:spLocks/>
          </p:cNvSpPr>
          <p:nvPr/>
        </p:nvSpPr>
        <p:spPr>
          <a:xfrm>
            <a:off x="5422477" y="1662546"/>
            <a:ext cx="4701732" cy="2247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it-IT" dirty="0"/>
              <a:t>Zona Fast-Track</a:t>
            </a:r>
          </a:p>
          <a:p>
            <a:pPr lvl="2"/>
            <a:r>
              <a:rPr lang="it-IT" dirty="0"/>
              <a:t>Tornello </a:t>
            </a:r>
            <a:r>
              <a:rPr lang="it-IT" dirty="0">
                <a:sym typeface="Wingdings" panose="05000000000000000000" pitchFamily="2" charset="2"/>
              </a:rPr>
              <a:t> 1 Servente</a:t>
            </a:r>
          </a:p>
          <a:p>
            <a:pPr lvl="2"/>
            <a:r>
              <a:rPr lang="it-IT" dirty="0">
                <a:sym typeface="Wingdings" panose="05000000000000000000" pitchFamily="2" charset="2"/>
              </a:rPr>
              <a:t>Controlli di Sicurezza  3 Serventi</a:t>
            </a:r>
          </a:p>
          <a:p>
            <a:pPr lvl="1"/>
            <a:r>
              <a:rPr lang="it-IT" dirty="0"/>
              <a:t>Zona Normale</a:t>
            </a:r>
          </a:p>
          <a:p>
            <a:pPr lvl="2"/>
            <a:r>
              <a:rPr lang="it-IT" dirty="0"/>
              <a:t>Tornelli </a:t>
            </a:r>
            <a:r>
              <a:rPr lang="it-IT" dirty="0">
                <a:sym typeface="Wingdings" panose="05000000000000000000" pitchFamily="2" charset="2"/>
              </a:rPr>
              <a:t> 4 Serventi</a:t>
            </a:r>
          </a:p>
          <a:p>
            <a:pPr lvl="2"/>
            <a:r>
              <a:rPr lang="it-IT" dirty="0">
                <a:sym typeface="Wingdings" panose="05000000000000000000" pitchFamily="2" charset="2"/>
              </a:rPr>
              <a:t>Controlli di Sicurezza  7 Serventi</a:t>
            </a:r>
            <a:endParaRPr lang="it-IT" dirty="0"/>
          </a:p>
          <a:p>
            <a:pPr lvl="1"/>
            <a:endParaRPr lang="it-IT" dirty="0"/>
          </a:p>
          <a:p>
            <a:pPr marL="457200" lvl="1" indent="0">
              <a:buFont typeface="Wingdings 3" charset="2"/>
              <a:buNone/>
            </a:pPr>
            <a:endParaRPr lang="it-IT" i="1" dirty="0"/>
          </a:p>
        </p:txBody>
      </p:sp>
    </p:spTree>
    <p:extLst>
      <p:ext uri="{BB962C8B-B14F-4D97-AF65-F5344CB8AC3E}">
        <p14:creationId xmlns:p14="http://schemas.microsoft.com/office/powerpoint/2010/main" val="752075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D6D03A-449E-2789-C19D-1ED7DACAA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23900"/>
          </a:xfrm>
        </p:spPr>
        <p:txBody>
          <a:bodyPr/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8B045AA-63A1-4F90-52F2-798E2AE65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16</a:t>
            </a:fld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B0DADBF-B8D7-8BFD-09E7-FECBFC4BAA16}"/>
              </a:ext>
            </a:extLst>
          </p:cNvPr>
          <p:cNvSpPr txBox="1"/>
          <p:nvPr/>
        </p:nvSpPr>
        <p:spPr>
          <a:xfrm>
            <a:off x="3693510" y="723900"/>
            <a:ext cx="3627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Zona A -- Check-In Tradizionale --</a:t>
            </a: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1E9A71EC-0D76-2C1D-6497-8C40A302D8B7}"/>
              </a:ext>
            </a:extLst>
          </p:cNvPr>
          <p:cNvGrpSpPr/>
          <p:nvPr/>
        </p:nvGrpSpPr>
        <p:grpSpPr>
          <a:xfrm>
            <a:off x="0" y="1093232"/>
            <a:ext cx="5599347" cy="5764768"/>
            <a:chOff x="209171" y="1093233"/>
            <a:chExt cx="5879246" cy="6048844"/>
          </a:xfrm>
        </p:grpSpPr>
        <p:pic>
          <p:nvPicPr>
            <p:cNvPr id="6" name="Immagine 5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CD64CDF6-BB0E-3E3D-2FFB-F3A68A931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754" y="1093233"/>
              <a:ext cx="5871663" cy="2988635"/>
            </a:xfrm>
            <a:prstGeom prst="rect">
              <a:avLst/>
            </a:prstGeom>
          </p:spPr>
        </p:pic>
        <p:pic>
          <p:nvPicPr>
            <p:cNvPr id="8" name="Immagine 7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5C1E8F68-21F2-9F61-E3F4-DD6F0A18C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171" y="4081868"/>
              <a:ext cx="5879246" cy="3060209"/>
            </a:xfrm>
            <a:prstGeom prst="rect">
              <a:avLst/>
            </a:prstGeom>
          </p:spPr>
        </p:pic>
      </p:grpSp>
      <p:pic>
        <p:nvPicPr>
          <p:cNvPr id="13" name="Immagine 12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8696E685-F5DF-72D3-54DE-9B7B7C6E2E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125" y="2556165"/>
            <a:ext cx="5592125" cy="277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53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48B50-FC0A-F28E-AB28-560439065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36FAB2-11DF-EF3E-2F97-012BCA0A3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23900"/>
          </a:xfrm>
        </p:spPr>
        <p:txBody>
          <a:bodyPr/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9A6422C-B32D-B0B8-3CF7-8047E9EB4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17</a:t>
            </a:fld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AC5FFBD-842A-C3F1-883D-85AD295E83DA}"/>
              </a:ext>
            </a:extLst>
          </p:cNvPr>
          <p:cNvSpPr txBox="1"/>
          <p:nvPr/>
        </p:nvSpPr>
        <p:spPr>
          <a:xfrm>
            <a:off x="3693510" y="723900"/>
            <a:ext cx="330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Zona A -- Check-In Low Cost --</a:t>
            </a: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E388F884-7C9D-DE13-1EBE-1D7C3B238B5D}"/>
              </a:ext>
            </a:extLst>
          </p:cNvPr>
          <p:cNvGrpSpPr/>
          <p:nvPr/>
        </p:nvGrpSpPr>
        <p:grpSpPr>
          <a:xfrm>
            <a:off x="0" y="1093232"/>
            <a:ext cx="5579918" cy="5764768"/>
            <a:chOff x="0" y="1093232"/>
            <a:chExt cx="6237491" cy="6239414"/>
          </a:xfrm>
        </p:grpSpPr>
        <p:pic>
          <p:nvPicPr>
            <p:cNvPr id="5" name="Immagine 4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1C4ADC0F-8EDC-4523-26F1-B94169500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093232"/>
              <a:ext cx="6237491" cy="3135757"/>
            </a:xfrm>
            <a:prstGeom prst="rect">
              <a:avLst/>
            </a:prstGeom>
          </p:spPr>
        </p:pic>
        <p:pic>
          <p:nvPicPr>
            <p:cNvPr id="9" name="Immagine 8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E48A7DA0-E424-6378-6D71-A994EF082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196889"/>
              <a:ext cx="6086398" cy="3135757"/>
            </a:xfrm>
            <a:prstGeom prst="rect">
              <a:avLst/>
            </a:prstGeom>
          </p:spPr>
        </p:pic>
      </p:grpSp>
      <p:pic>
        <p:nvPicPr>
          <p:cNvPr id="15" name="Immagine 14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453AE7D4-1E61-7CB9-0D2C-925862BB75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918" y="2574787"/>
            <a:ext cx="5394968" cy="27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64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E6304-B571-1EEE-8F6E-0319ADA01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6FBDAD-C6AB-7F17-A77D-59701BA99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23900"/>
          </a:xfrm>
        </p:spPr>
        <p:txBody>
          <a:bodyPr/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AF56037-C76A-2127-90D7-8C1BD6D04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18</a:t>
            </a:fld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6F43C20-A44D-5801-369E-7CD16168902B}"/>
              </a:ext>
            </a:extLst>
          </p:cNvPr>
          <p:cNvSpPr txBox="1"/>
          <p:nvPr/>
        </p:nvSpPr>
        <p:spPr>
          <a:xfrm>
            <a:off x="3693510" y="723900"/>
            <a:ext cx="3627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Zona B -- Check-In Tradizionale --</a:t>
            </a:r>
          </a:p>
        </p:txBody>
      </p:sp>
      <p:pic>
        <p:nvPicPr>
          <p:cNvPr id="9" name="Immagine 8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FD4DD0DD-7773-61E1-46C8-126605CF6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691" y="2588718"/>
            <a:ext cx="5503606" cy="2772000"/>
          </a:xfrm>
          <a:prstGeom prst="rect">
            <a:avLst/>
          </a:prstGeom>
        </p:spPr>
      </p:pic>
      <p:grpSp>
        <p:nvGrpSpPr>
          <p:cNvPr id="15" name="Gruppo 14">
            <a:extLst>
              <a:ext uri="{FF2B5EF4-FFF2-40B4-BE49-F238E27FC236}">
                <a16:creationId xmlns:a16="http://schemas.microsoft.com/office/drawing/2014/main" id="{3D58972A-1EA0-C10F-79CC-D8A3A95C5351}"/>
              </a:ext>
            </a:extLst>
          </p:cNvPr>
          <p:cNvGrpSpPr/>
          <p:nvPr/>
        </p:nvGrpSpPr>
        <p:grpSpPr>
          <a:xfrm>
            <a:off x="0" y="1093232"/>
            <a:ext cx="5839691" cy="5764768"/>
            <a:chOff x="0" y="1093232"/>
            <a:chExt cx="5642264" cy="5585444"/>
          </a:xfrm>
        </p:grpSpPr>
        <p:pic>
          <p:nvPicPr>
            <p:cNvPr id="5" name="Immagine 4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13AD61EF-49D6-2ADA-04E7-2A8FF6FB3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093232"/>
              <a:ext cx="5642264" cy="2897932"/>
            </a:xfrm>
            <a:prstGeom prst="rect">
              <a:avLst/>
            </a:prstGeom>
          </p:spPr>
        </p:pic>
        <p:pic>
          <p:nvPicPr>
            <p:cNvPr id="14" name="Immagine 13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0CDC3B48-1E62-B689-BAFE-4895771AB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91163"/>
              <a:ext cx="5642264" cy="26875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4093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EB1C8-EF5B-DE48-8A76-35344B3C8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8CC68E-5B76-EAF9-101F-5CEA01854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23900"/>
          </a:xfrm>
        </p:spPr>
        <p:txBody>
          <a:bodyPr/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DD2A6AA-8424-2523-3E22-8D17E7694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19</a:t>
            </a:fld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BDAC0FB-9ED4-1DF1-5210-F8ED94860404}"/>
              </a:ext>
            </a:extLst>
          </p:cNvPr>
          <p:cNvSpPr txBox="1"/>
          <p:nvPr/>
        </p:nvSpPr>
        <p:spPr>
          <a:xfrm>
            <a:off x="3693510" y="723900"/>
            <a:ext cx="3321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Zona B -- Check-In Low Cost --</a:t>
            </a: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AB9AE24B-F3E4-0EF9-64A3-277EDE78C1A4}"/>
              </a:ext>
            </a:extLst>
          </p:cNvPr>
          <p:cNvGrpSpPr/>
          <p:nvPr/>
        </p:nvGrpSpPr>
        <p:grpSpPr>
          <a:xfrm>
            <a:off x="0" y="1869087"/>
            <a:ext cx="12204836" cy="3130907"/>
            <a:chOff x="0" y="2139360"/>
            <a:chExt cx="12204836" cy="3130907"/>
          </a:xfrm>
        </p:grpSpPr>
        <p:pic>
          <p:nvPicPr>
            <p:cNvPr id="5" name="Immagine 4" descr="Immagine che contiene testo, diagramma, line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205EDF91-A2DA-C741-D882-9275065D3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139360"/>
              <a:ext cx="6210674" cy="3130907"/>
            </a:xfrm>
            <a:prstGeom prst="rect">
              <a:avLst/>
            </a:prstGeom>
          </p:spPr>
        </p:pic>
        <p:pic>
          <p:nvPicPr>
            <p:cNvPr id="9" name="Immagine 8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166C1437-E926-9B7A-E5F0-F3746D3B4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0674" y="2139360"/>
              <a:ext cx="5994162" cy="29594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3682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E1778-2785-E189-E7BB-7532847AA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E96C80-8A76-727E-C9AC-C7DEB4805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23900"/>
          </a:xfrm>
        </p:spPr>
        <p:txBody>
          <a:bodyPr/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1804787-F08F-37BE-8524-3A279F3B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20</a:t>
            </a:fld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C976E0C-76AD-F48B-C36F-FE2832937A8A}"/>
              </a:ext>
            </a:extLst>
          </p:cNvPr>
          <p:cNvSpPr txBox="1"/>
          <p:nvPr/>
        </p:nvSpPr>
        <p:spPr>
          <a:xfrm>
            <a:off x="3693510" y="723900"/>
            <a:ext cx="3627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Zona C -- Check-In Tradizionale --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6EE7B3F7-3BAE-779C-0578-1C2F4618DB1D}"/>
              </a:ext>
            </a:extLst>
          </p:cNvPr>
          <p:cNvGrpSpPr/>
          <p:nvPr/>
        </p:nvGrpSpPr>
        <p:grpSpPr>
          <a:xfrm>
            <a:off x="0" y="1205226"/>
            <a:ext cx="5554394" cy="5470211"/>
            <a:chOff x="0" y="1205226"/>
            <a:chExt cx="5554394" cy="5470211"/>
          </a:xfrm>
        </p:grpSpPr>
        <p:pic>
          <p:nvPicPr>
            <p:cNvPr id="9" name="Immagine 8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6063E3D7-4E2B-BD25-828B-DFF36B2A9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826" y="1205226"/>
              <a:ext cx="5473568" cy="2772000"/>
            </a:xfrm>
            <a:prstGeom prst="rect">
              <a:avLst/>
            </a:prstGeom>
          </p:spPr>
        </p:pic>
        <p:pic>
          <p:nvPicPr>
            <p:cNvPr id="14" name="Immagine 13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FAF8D04E-F4DD-C92B-20E1-853B75C32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46053"/>
              <a:ext cx="5548746" cy="2729384"/>
            </a:xfrm>
            <a:prstGeom prst="rect">
              <a:avLst/>
            </a:prstGeom>
          </p:spPr>
        </p:pic>
      </p:grpSp>
      <p:pic>
        <p:nvPicPr>
          <p:cNvPr id="7" name="Immagine 6">
            <a:extLst>
              <a:ext uri="{FF2B5EF4-FFF2-40B4-BE49-F238E27FC236}">
                <a16:creationId xmlns:a16="http://schemas.microsoft.com/office/drawing/2014/main" id="{E4C118A0-F187-343B-EFF8-85874A261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746" y="2349267"/>
            <a:ext cx="6307160" cy="319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353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3B3C0-ADA8-7A70-1CE2-6360FE4D0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424206-0ADA-0AD8-D26E-3CFAC64D1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23900"/>
          </a:xfrm>
        </p:spPr>
        <p:txBody>
          <a:bodyPr/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AA6EAE5-B778-66F1-ED8B-51E525DF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21</a:t>
            </a:fld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CD4163B-0D9B-6930-3186-325F870E558E}"/>
              </a:ext>
            </a:extLst>
          </p:cNvPr>
          <p:cNvSpPr txBox="1"/>
          <p:nvPr/>
        </p:nvSpPr>
        <p:spPr>
          <a:xfrm>
            <a:off x="3693510" y="723900"/>
            <a:ext cx="3329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Zona C -- Check-In Low Cost --</a:t>
            </a: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33ECDEF5-68CD-2A39-F6D2-B54A583CF4C0}"/>
              </a:ext>
            </a:extLst>
          </p:cNvPr>
          <p:cNvGrpSpPr/>
          <p:nvPr/>
        </p:nvGrpSpPr>
        <p:grpSpPr>
          <a:xfrm>
            <a:off x="284968" y="1953000"/>
            <a:ext cx="11622064" cy="2952000"/>
            <a:chOff x="0" y="2072204"/>
            <a:chExt cx="11622064" cy="2952000"/>
          </a:xfrm>
        </p:grpSpPr>
        <p:pic>
          <p:nvPicPr>
            <p:cNvPr id="5" name="Immagine 4" descr="Immagine che contiene testo, diagramma, line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665783C3-E0C4-62CA-3AC0-00B569434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072204"/>
              <a:ext cx="5728837" cy="2952000"/>
            </a:xfrm>
            <a:prstGeom prst="rect">
              <a:avLst/>
            </a:prstGeom>
          </p:spPr>
        </p:pic>
        <p:pic>
          <p:nvPicPr>
            <p:cNvPr id="9" name="Immagine 8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82A0B15F-3D5F-EC96-BE95-48805371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28837" y="2072204"/>
              <a:ext cx="5893227" cy="295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7108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AB48E-805C-55A1-F605-3324D7F10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3E4D54-3F56-9749-539E-A99F5003C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23900"/>
          </a:xfrm>
        </p:spPr>
        <p:txBody>
          <a:bodyPr/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1CA0957-76F5-F404-94C7-AC5715679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22</a:t>
            </a:fld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D61B94D-40B5-6C60-9B1B-AE9F12A3E6FA}"/>
              </a:ext>
            </a:extLst>
          </p:cNvPr>
          <p:cNvSpPr txBox="1"/>
          <p:nvPr/>
        </p:nvSpPr>
        <p:spPr>
          <a:xfrm>
            <a:off x="3693510" y="723900"/>
            <a:ext cx="3316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Zona Sicurezza –- Fast Track --</a:t>
            </a: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9C661DD1-72DC-BE66-882E-E562C63BD90D}"/>
              </a:ext>
            </a:extLst>
          </p:cNvPr>
          <p:cNvGrpSpPr/>
          <p:nvPr/>
        </p:nvGrpSpPr>
        <p:grpSpPr>
          <a:xfrm>
            <a:off x="170835" y="1953000"/>
            <a:ext cx="11850330" cy="2952000"/>
            <a:chOff x="0" y="1953000"/>
            <a:chExt cx="11850330" cy="2952000"/>
          </a:xfrm>
        </p:grpSpPr>
        <p:pic>
          <p:nvPicPr>
            <p:cNvPr id="5" name="Immagine 4" descr="Immagine che contiene Diagramma, linea, diagramma, testo&#10;&#10;Il contenuto generato dall'IA potrebbe non essere corretto.">
              <a:extLst>
                <a:ext uri="{FF2B5EF4-FFF2-40B4-BE49-F238E27FC236}">
                  <a16:creationId xmlns:a16="http://schemas.microsoft.com/office/drawing/2014/main" id="{393BA69A-A714-7877-2704-328A751E1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5896" y="1953000"/>
              <a:ext cx="6064434" cy="2952000"/>
            </a:xfrm>
            <a:prstGeom prst="rect">
              <a:avLst/>
            </a:prstGeom>
          </p:spPr>
        </p:pic>
        <p:pic>
          <p:nvPicPr>
            <p:cNvPr id="9" name="Immagine 8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6BFA77E7-2CE1-2EC2-9876-C22649E3E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953000"/>
              <a:ext cx="6036495" cy="295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8496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E5CD4-40AF-9EC4-7497-C6327C7B6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B25ABD-A2EA-3D30-15B4-22FF299CD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23900"/>
          </a:xfrm>
        </p:spPr>
        <p:txBody>
          <a:bodyPr/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1E67269-34D4-48D1-3384-270C4D1F0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23</a:t>
            </a:fld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C2771EC-DB24-F40B-FCA2-492EFE3A8ECE}"/>
              </a:ext>
            </a:extLst>
          </p:cNvPr>
          <p:cNvSpPr txBox="1"/>
          <p:nvPr/>
        </p:nvSpPr>
        <p:spPr>
          <a:xfrm>
            <a:off x="3693510" y="723900"/>
            <a:ext cx="3140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Zona Sicurezza -- Normale --</a:t>
            </a: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5CCBC0A8-3281-B56F-C4BD-EF2FBFE7D71F}"/>
              </a:ext>
            </a:extLst>
          </p:cNvPr>
          <p:cNvGrpSpPr/>
          <p:nvPr/>
        </p:nvGrpSpPr>
        <p:grpSpPr>
          <a:xfrm>
            <a:off x="310141" y="1885066"/>
            <a:ext cx="11571718" cy="3087868"/>
            <a:chOff x="235306" y="1817132"/>
            <a:chExt cx="11571718" cy="3087868"/>
          </a:xfrm>
        </p:grpSpPr>
        <p:pic>
          <p:nvPicPr>
            <p:cNvPr id="5" name="Immagine 4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487FF8ED-8A3F-7800-CFF2-34E70F447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1817132"/>
              <a:ext cx="5711024" cy="2952000"/>
            </a:xfrm>
            <a:prstGeom prst="rect">
              <a:avLst/>
            </a:prstGeom>
          </p:spPr>
        </p:pic>
        <p:pic>
          <p:nvPicPr>
            <p:cNvPr id="9" name="Immagine 8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320AC541-4BC3-B0ED-91D6-F22414909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5306" y="1953000"/>
              <a:ext cx="5652875" cy="295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0745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5D5A68-9094-2CBA-467C-B8BEAD9FC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16" y="609600"/>
            <a:ext cx="9339503" cy="771525"/>
          </a:xfrm>
        </p:spPr>
        <p:txBody>
          <a:bodyPr>
            <a:normAutofit/>
          </a:bodyPr>
          <a:lstStyle/>
          <a:p>
            <a:r>
              <a:rPr lang="it-IT" dirty="0"/>
              <a:t>Esclusione dell’Analisi ad Orizzonte Infinito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97A217-E106-0867-F3FB-D167CFDE9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1125"/>
            <a:ext cx="8596668" cy="4867275"/>
          </a:xfrm>
        </p:spPr>
        <p:txBody>
          <a:bodyPr>
            <a:normAutofit/>
          </a:bodyPr>
          <a:lstStyle/>
          <a:p>
            <a:r>
              <a:rPr lang="it-IT" dirty="0"/>
              <a:t>Lo studio mira a valutare se almeno il 90% dei passeggeri sperimenti tempi di attesa accettabili nelle fasi di </a:t>
            </a:r>
            <a:r>
              <a:rPr lang="it-IT" b="1" dirty="0"/>
              <a:t>Check-In</a:t>
            </a:r>
            <a:r>
              <a:rPr lang="it-IT" dirty="0"/>
              <a:t> e </a:t>
            </a:r>
            <a:r>
              <a:rPr lang="it-IT" b="1" dirty="0"/>
              <a:t>Sicurezza</a:t>
            </a:r>
            <a:r>
              <a:rPr lang="it-IT" dirty="0"/>
              <a:t>.</a:t>
            </a:r>
          </a:p>
          <a:p>
            <a:r>
              <a:rPr lang="it-IT" dirty="0"/>
              <a:t>L’analisi è condotta su un orizzonte finito, in linea con le condizioni operative reali, evitando approcci stazionari perché:</a:t>
            </a:r>
          </a:p>
          <a:p>
            <a:pPr lvl="1"/>
            <a:r>
              <a:rPr lang="it-IT" dirty="0"/>
              <a:t>Il sistema aeroportuale è </a:t>
            </a:r>
            <a:r>
              <a:rPr lang="it-IT" b="1" dirty="0"/>
              <a:t>non stazionario</a:t>
            </a:r>
            <a:r>
              <a:rPr lang="it-IT" dirty="0"/>
              <a:t> per natura;</a:t>
            </a:r>
          </a:p>
          <a:p>
            <a:pPr lvl="1"/>
            <a:r>
              <a:rPr lang="it-IT" dirty="0"/>
              <a:t>L’interesse è su </a:t>
            </a:r>
            <a:r>
              <a:rPr lang="it-IT" b="1" dirty="0"/>
              <a:t>prestazioni realistiche</a:t>
            </a:r>
            <a:r>
              <a:rPr lang="it-IT" dirty="0"/>
              <a:t>, non su equilibri a lungo termine;</a:t>
            </a:r>
          </a:p>
          <a:p>
            <a:pPr lvl="1"/>
            <a:r>
              <a:rPr lang="it-IT" dirty="0"/>
              <a:t>Indicatori come i </a:t>
            </a:r>
            <a:r>
              <a:rPr lang="it-IT" b="1" dirty="0"/>
              <a:t>percentili</a:t>
            </a:r>
            <a:r>
              <a:rPr lang="it-IT" dirty="0"/>
              <a:t> sono più adatti all’analisi transitoria;</a:t>
            </a:r>
          </a:p>
          <a:p>
            <a:pPr lvl="1"/>
            <a:r>
              <a:rPr lang="it-IT" dirty="0"/>
              <a:t>Un’analisi stazionaria richiederebbe ipotesi poco realistiche.</a:t>
            </a:r>
          </a:p>
          <a:p>
            <a:r>
              <a:rPr lang="it-IT" dirty="0"/>
              <a:t>Si è quindi scelta un’analisi ad orizzonte finito, più coerente con gli obiettivi del progetto.</a:t>
            </a:r>
            <a:br>
              <a:rPr lang="it-IT" dirty="0"/>
            </a:b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214EDC0-1A55-0D12-DD02-044A1AEAB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24</a:t>
            </a:fld>
            <a:endParaRPr lang="it-IT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371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F2A4F0-CDFF-3E40-F138-EC99B845D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264688" cy="638175"/>
          </a:xfrm>
        </p:spPr>
        <p:txBody>
          <a:bodyPr>
            <a:noAutofit/>
          </a:bodyPr>
          <a:lstStyle/>
          <a:p>
            <a:r>
              <a:rPr lang="it-IT" dirty="0"/>
              <a:t>Analisi Orizzonte Finito - Affidabilità QoS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6AD4C2-3257-88C9-35C1-18999E2DA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47774"/>
            <a:ext cx="8961966" cy="5000625"/>
          </a:xfrm>
        </p:spPr>
        <p:txBody>
          <a:bodyPr>
            <a:normAutofit/>
          </a:bodyPr>
          <a:lstStyle/>
          <a:p>
            <a:r>
              <a:rPr lang="it-IT" dirty="0"/>
              <a:t>L’obiettivo è valutare se l’Aeroporto garantisce i tempi d’attesa previsti dalla </a:t>
            </a:r>
            <a:r>
              <a:rPr lang="it-IT" b="1" dirty="0"/>
              <a:t>Carta dei Servizi</a:t>
            </a:r>
            <a:r>
              <a:rPr lang="it-IT" dirty="0"/>
              <a:t>, verificando che:</a:t>
            </a:r>
          </a:p>
          <a:p>
            <a:pPr lvl="1"/>
            <a:r>
              <a:rPr lang="it-IT" dirty="0"/>
              <a:t>Nel 90% dei casi, i tempi al </a:t>
            </a:r>
            <a:r>
              <a:rPr lang="it-IT" b="1" dirty="0"/>
              <a:t>Check-In </a:t>
            </a:r>
            <a:r>
              <a:rPr lang="it-IT" dirty="0"/>
              <a:t>siano ≤ 933 s (15,55 min)</a:t>
            </a:r>
          </a:p>
          <a:p>
            <a:pPr lvl="1"/>
            <a:r>
              <a:rPr lang="it-IT" dirty="0"/>
              <a:t>Nel 90% dei casi, i tempi ai </a:t>
            </a:r>
            <a:r>
              <a:rPr lang="it-IT" b="1" dirty="0"/>
              <a:t>Controlli di Sicurezza</a:t>
            </a:r>
            <a:r>
              <a:rPr lang="it-IT" dirty="0"/>
              <a:t> siano </a:t>
            </a:r>
            <a:r>
              <a:rPr lang="it-IT" dirty="0">
                <a:cs typeface="Times New Roman" panose="02020603050405020304" pitchFamily="18" charset="0"/>
              </a:rPr>
              <a:t>≤ 340 s (5,40 min)</a:t>
            </a:r>
          </a:p>
          <a:p>
            <a:r>
              <a:rPr lang="it-IT" dirty="0">
                <a:cs typeface="Times New Roman" panose="02020603050405020304" pitchFamily="18" charset="0"/>
              </a:rPr>
              <a:t>E’ stata condotta una simulazione ad orizzonte finito con 64 repliche, analizzando il 90° percentile dei tempi d’attesa per ciascuna replica.</a:t>
            </a:r>
          </a:p>
          <a:p>
            <a:r>
              <a:rPr lang="it-IT" dirty="0">
                <a:cs typeface="Times New Roman" panose="02020603050405020304" pitchFamily="18" charset="0"/>
              </a:rPr>
              <a:t>Indicatori calcolati:</a:t>
            </a:r>
          </a:p>
          <a:p>
            <a:pPr lvl="1"/>
            <a:r>
              <a:rPr lang="it-IT" b="1" dirty="0">
                <a:cs typeface="Times New Roman" panose="02020603050405020304" pitchFamily="18" charset="0"/>
              </a:rPr>
              <a:t>Media e Deviazione standard </a:t>
            </a:r>
            <a:r>
              <a:rPr lang="it-IT" dirty="0">
                <a:cs typeface="Times New Roman" panose="02020603050405020304" pitchFamily="18" charset="0"/>
              </a:rPr>
              <a:t>dei 90° percentili;</a:t>
            </a:r>
          </a:p>
          <a:p>
            <a:pPr lvl="1"/>
            <a:r>
              <a:rPr lang="it-IT" b="1" dirty="0">
                <a:cs typeface="Times New Roman" panose="02020603050405020304" pitchFamily="18" charset="0"/>
              </a:rPr>
              <a:t>Intervallo di confidenza </a:t>
            </a:r>
            <a:r>
              <a:rPr lang="it-IT" dirty="0">
                <a:cs typeface="Times New Roman" panose="02020603050405020304" pitchFamily="18" charset="0"/>
              </a:rPr>
              <a:t>al 95% sulla media;</a:t>
            </a:r>
          </a:p>
          <a:p>
            <a:pPr lvl="1"/>
            <a:r>
              <a:rPr lang="it-IT" b="1" dirty="0">
                <a:cs typeface="Times New Roman" panose="02020603050405020304" pitchFamily="18" charset="0"/>
              </a:rPr>
              <a:t>Probabilità di violazione </a:t>
            </a:r>
            <a:r>
              <a:rPr lang="it-IT" dirty="0">
                <a:cs typeface="Times New Roman" panose="02020603050405020304" pitchFamily="18" charset="0"/>
              </a:rPr>
              <a:t>della soglia QoS;</a:t>
            </a:r>
          </a:p>
          <a:p>
            <a:r>
              <a:rPr lang="it-IT" dirty="0">
                <a:cs typeface="Times New Roman" panose="02020603050405020304" pitchFamily="18" charset="0"/>
              </a:rPr>
              <a:t>L’analisi è stata condotta su entrambe le zone.</a:t>
            </a: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99CBD8F-4C9F-5538-47E8-564B5C592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25</a:t>
            </a:fld>
            <a:endParaRPr lang="it-IT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213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F1519F-D26C-66BD-DBC7-B1CDA5898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3688"/>
          </a:xfrm>
        </p:spPr>
        <p:txBody>
          <a:bodyPr>
            <a:normAutofit/>
          </a:bodyPr>
          <a:lstStyle/>
          <a:p>
            <a:r>
              <a:rPr lang="it-IT" dirty="0"/>
              <a:t>Check‑In: QoS rispettata solo al 36%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7F5D7F37-2B77-9FAE-C24F-9912D04BBC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1505300"/>
              </p:ext>
            </p:extLst>
          </p:nvPr>
        </p:nvGraphicFramePr>
        <p:xfrm>
          <a:off x="696191" y="1945640"/>
          <a:ext cx="952415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924">
                  <a:extLst>
                    <a:ext uri="{9D8B030D-6E8A-4147-A177-3AD203B41FA5}">
                      <a16:colId xmlns:a16="http://schemas.microsoft.com/office/drawing/2014/main" val="3522545487"/>
                    </a:ext>
                  </a:extLst>
                </a:gridCol>
                <a:gridCol w="2380302">
                  <a:extLst>
                    <a:ext uri="{9D8B030D-6E8A-4147-A177-3AD203B41FA5}">
                      <a16:colId xmlns:a16="http://schemas.microsoft.com/office/drawing/2014/main" val="3180946689"/>
                    </a:ext>
                  </a:extLst>
                </a:gridCol>
                <a:gridCol w="3534927">
                  <a:extLst>
                    <a:ext uri="{9D8B030D-6E8A-4147-A177-3AD203B41FA5}">
                      <a16:colId xmlns:a16="http://schemas.microsoft.com/office/drawing/2014/main" val="1863997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Indicatore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Valore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Note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493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Soglia QoS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933 s (15,55 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Target di Riferimento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79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Media Campionaria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349,51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//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02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IC 95% sulla Media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[325,73 ; 373,29]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//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71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Media 90° Percentile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1137,29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Supera la Soglia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275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IC 95% sul Percentile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[1019,98 ; 1254,60]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Non include la Soglia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5808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Repliche sopra soglia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41 / 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//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77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Probabilità violazione del QoS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64,06%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Ampio margine d’incertezza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043470"/>
                  </a:ext>
                </a:extLst>
              </a:tr>
            </a:tbl>
          </a:graphicData>
        </a:graphic>
      </p:graphicFrame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D44457D-C649-B5A4-97A1-4914F1C26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26</a:t>
            </a:fld>
            <a:endParaRPr lang="it-IT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721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75B080-DC66-55B5-55D2-CB812B0D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9655"/>
          </a:xfrm>
        </p:spPr>
        <p:txBody>
          <a:bodyPr/>
          <a:lstStyle/>
          <a:p>
            <a:r>
              <a:rPr lang="it-IT" dirty="0"/>
              <a:t>Intervallo Confidenza sul Percentile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3EDD74A-D7D0-3346-4E72-7EF49F88C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27</a:t>
            </a:fld>
            <a:endParaRPr lang="it-IT" sz="2000" dirty="0">
              <a:solidFill>
                <a:schemeClr val="bg1"/>
              </a:solidFill>
            </a:endParaRPr>
          </a:p>
        </p:txBody>
      </p:sp>
      <p:pic>
        <p:nvPicPr>
          <p:cNvPr id="5" name="Immagine 4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7BE38099-1805-2D97-91B3-A915D95C0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309254"/>
            <a:ext cx="8799175" cy="518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312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1BE833-8D65-8D73-649E-CAE1BDC94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7700"/>
          </a:xfrm>
        </p:spPr>
        <p:txBody>
          <a:bodyPr/>
          <a:lstStyle/>
          <a:p>
            <a:r>
              <a:rPr lang="it-IT" dirty="0"/>
              <a:t>Andamento giornaliero del Percentile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69E0A48-21C1-FFC1-818E-6645790EA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28</a:t>
            </a:fld>
            <a:endParaRPr lang="it-IT" dirty="0">
              <a:solidFill>
                <a:schemeClr val="bg1"/>
              </a:solidFill>
            </a:endParaRP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55D8CCCE-2E21-15C0-6B91-91E171CFF27B}"/>
              </a:ext>
            </a:extLst>
          </p:cNvPr>
          <p:cNvGrpSpPr/>
          <p:nvPr/>
        </p:nvGrpSpPr>
        <p:grpSpPr>
          <a:xfrm>
            <a:off x="124668" y="1743986"/>
            <a:ext cx="11942663" cy="3370027"/>
            <a:chOff x="498674" y="1385636"/>
            <a:chExt cx="11225014" cy="2880000"/>
          </a:xfrm>
        </p:grpSpPr>
        <p:pic>
          <p:nvPicPr>
            <p:cNvPr id="5" name="Immagine 4" descr="Immagine che contiene testo, Diagramma, line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CAA19574-5A91-B875-8232-71515A79E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674" y="1385636"/>
              <a:ext cx="5862222" cy="2880000"/>
            </a:xfrm>
            <a:prstGeom prst="rect">
              <a:avLst/>
            </a:prstGeom>
          </p:spPr>
        </p:pic>
        <p:pic>
          <p:nvPicPr>
            <p:cNvPr id="8" name="Immagine 7" descr="Immagine che contiene testo, Diagramma, line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A36C3C2B-C2B6-7AA0-B19C-82B59B762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1385636"/>
              <a:ext cx="5627688" cy="2880000"/>
            </a:xfrm>
            <a:prstGeom prst="rect">
              <a:avLst/>
            </a:prstGeom>
          </p:spPr>
        </p:pic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D49B357-4C89-AF38-42B8-99509749EF39}"/>
              </a:ext>
            </a:extLst>
          </p:cNvPr>
          <p:cNvSpPr txBox="1"/>
          <p:nvPr/>
        </p:nvSpPr>
        <p:spPr>
          <a:xfrm>
            <a:off x="5271094" y="1315977"/>
            <a:ext cx="1649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Zona Check-In</a:t>
            </a:r>
          </a:p>
        </p:txBody>
      </p:sp>
    </p:spTree>
    <p:extLst>
      <p:ext uri="{BB962C8B-B14F-4D97-AF65-F5344CB8AC3E}">
        <p14:creationId xmlns:p14="http://schemas.microsoft.com/office/powerpoint/2010/main" val="12663545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B1CA9-3828-05F7-D34E-AAB5D51EF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A3CDD7-F28E-F0EC-E8C3-D3D7F084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3688"/>
          </a:xfrm>
        </p:spPr>
        <p:txBody>
          <a:bodyPr>
            <a:normAutofit/>
          </a:bodyPr>
          <a:lstStyle/>
          <a:p>
            <a:r>
              <a:rPr lang="it-IT" dirty="0"/>
              <a:t>Sicurezza: Soglia QoS sempre Violata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3B6BCD6-CFDF-5295-848E-FCC3FB46C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29</a:t>
            </a:fld>
            <a:endParaRPr lang="it-IT" sz="2000" dirty="0">
              <a:solidFill>
                <a:schemeClr val="bg1"/>
              </a:solidFill>
            </a:endParaRPr>
          </a:p>
        </p:txBody>
      </p:sp>
      <p:graphicFrame>
        <p:nvGraphicFramePr>
          <p:cNvPr id="7" name="Segnaposto contenuto 4">
            <a:extLst>
              <a:ext uri="{FF2B5EF4-FFF2-40B4-BE49-F238E27FC236}">
                <a16:creationId xmlns:a16="http://schemas.microsoft.com/office/drawing/2014/main" id="{5AC65EEF-76EF-26B7-C492-F70CF1A774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8421957"/>
              </p:ext>
            </p:extLst>
          </p:nvPr>
        </p:nvGraphicFramePr>
        <p:xfrm>
          <a:off x="677334" y="1945640"/>
          <a:ext cx="952415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924">
                  <a:extLst>
                    <a:ext uri="{9D8B030D-6E8A-4147-A177-3AD203B41FA5}">
                      <a16:colId xmlns:a16="http://schemas.microsoft.com/office/drawing/2014/main" val="3522545487"/>
                    </a:ext>
                  </a:extLst>
                </a:gridCol>
                <a:gridCol w="2380302">
                  <a:extLst>
                    <a:ext uri="{9D8B030D-6E8A-4147-A177-3AD203B41FA5}">
                      <a16:colId xmlns:a16="http://schemas.microsoft.com/office/drawing/2014/main" val="3180946689"/>
                    </a:ext>
                  </a:extLst>
                </a:gridCol>
                <a:gridCol w="3534927">
                  <a:extLst>
                    <a:ext uri="{9D8B030D-6E8A-4147-A177-3AD203B41FA5}">
                      <a16:colId xmlns:a16="http://schemas.microsoft.com/office/drawing/2014/main" val="1863997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Indicatore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Valore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Note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493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Soglia QoS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324 s (5,40 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Target di Riferimento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79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Media Campionaria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388,13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//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02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IC 95% sulla Media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[363,66 ; 412,60]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//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71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Media 90° Percentile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1150,44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Supera la Soglia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275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IC 95% sul Percentile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[1075,54 ; 1225,34]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Non include la Soglia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5808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Repliche sopra soglia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64 / 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//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77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Probabilità violazione del QoS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rgbClr val="FF0000"/>
                          </a:solidFill>
                        </a:rPr>
                        <a:t>Certezza della Violazione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043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8164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8BF95-A7B4-CCD7-B989-5345066AC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C148C0-8861-5C96-E3AA-E47684CF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9655"/>
          </a:xfrm>
        </p:spPr>
        <p:txBody>
          <a:bodyPr/>
          <a:lstStyle/>
          <a:p>
            <a:r>
              <a:rPr lang="it-IT" dirty="0"/>
              <a:t>Intervallo Confidenza sul Percentile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778BA04-3C2E-4FA7-E303-DDD5802E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30</a:t>
            </a:fld>
            <a:endParaRPr lang="it-IT" sz="2000" dirty="0">
              <a:solidFill>
                <a:schemeClr val="bg1"/>
              </a:solidFill>
            </a:endParaRPr>
          </a:p>
        </p:txBody>
      </p:sp>
      <p:pic>
        <p:nvPicPr>
          <p:cNvPr id="6" name="Immagine 5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C5F4ED69-FAB1-2FA0-0EFB-9A66B055C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309254"/>
            <a:ext cx="8618509" cy="493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9012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5A4C-8314-AAD8-8C8B-5B8565F91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8C03B3-96B6-9531-7E7F-42A221DCF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7700"/>
          </a:xfrm>
        </p:spPr>
        <p:txBody>
          <a:bodyPr/>
          <a:lstStyle/>
          <a:p>
            <a:r>
              <a:rPr lang="it-IT" dirty="0"/>
              <a:t>Andamento giornaliero del Percentile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31594FE-9CDE-546C-A3E4-9F5B1067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31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D93233C-63DD-59B4-293B-45E754DDF50F}"/>
              </a:ext>
            </a:extLst>
          </p:cNvPr>
          <p:cNvSpPr txBox="1"/>
          <p:nvPr/>
        </p:nvSpPr>
        <p:spPr>
          <a:xfrm>
            <a:off x="5233424" y="1257300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Zona Sicurezza</a:t>
            </a: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79FD0059-6B80-75DD-7A56-3921E535FC00}"/>
              </a:ext>
            </a:extLst>
          </p:cNvPr>
          <p:cNvGrpSpPr/>
          <p:nvPr/>
        </p:nvGrpSpPr>
        <p:grpSpPr>
          <a:xfrm>
            <a:off x="45593" y="1779013"/>
            <a:ext cx="12100813" cy="3299973"/>
            <a:chOff x="282906" y="1874473"/>
            <a:chExt cx="11417474" cy="2880000"/>
          </a:xfrm>
        </p:grpSpPr>
        <p:pic>
          <p:nvPicPr>
            <p:cNvPr id="6" name="Immagine 5" descr="Immagine che contiene testo, Diagramma, line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4BD32A9B-20A7-6F8C-F520-12F131404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906" y="1874473"/>
              <a:ext cx="5679628" cy="2880000"/>
            </a:xfrm>
            <a:prstGeom prst="rect">
              <a:avLst/>
            </a:prstGeom>
          </p:spPr>
        </p:pic>
        <p:pic>
          <p:nvPicPr>
            <p:cNvPr id="9" name="Immagine 8" descr="Immagine che contiene testo, diagramma, Diagramma, linea&#10;&#10;Il contenuto generato dall'IA potrebbe non essere corretto.">
              <a:extLst>
                <a:ext uri="{FF2B5EF4-FFF2-40B4-BE49-F238E27FC236}">
                  <a16:creationId xmlns:a16="http://schemas.microsoft.com/office/drawing/2014/main" id="{85C09104-2A1B-1672-FE8E-F921E77BD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2534" y="1874473"/>
              <a:ext cx="5737846" cy="28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13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DA1665-8C9E-B532-404E-E05AC9E4B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/>
          <a:lstStyle/>
          <a:p>
            <a:r>
              <a:rPr lang="it-IT" dirty="0"/>
              <a:t>Considerazioni e Valutazioni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C3C8DD-B57A-70EB-F258-74D9FDEB9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1601"/>
            <a:ext cx="8596668" cy="685800"/>
          </a:xfrm>
        </p:spPr>
        <p:txBody>
          <a:bodyPr/>
          <a:lstStyle/>
          <a:p>
            <a:r>
              <a:rPr lang="it-IT" dirty="0"/>
              <a:t>Da queste analisi, abbiamo tutti gli strumenti per valutare le prestazioni del sistema rispetto agli obiettivi proposti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FD7F22E-928F-F8B1-AE0F-856B307D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32</a:t>
            </a:fld>
            <a:endParaRPr lang="it-IT" sz="2000" dirty="0">
              <a:solidFill>
                <a:schemeClr val="bg1"/>
              </a:solidFill>
            </a:endParaRP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DEBDD6D1-C036-6F31-EE39-C9020BD995CC}"/>
              </a:ext>
            </a:extLst>
          </p:cNvPr>
          <p:cNvGrpSpPr/>
          <p:nvPr/>
        </p:nvGrpSpPr>
        <p:grpSpPr>
          <a:xfrm>
            <a:off x="1051897" y="2195513"/>
            <a:ext cx="7847541" cy="2466974"/>
            <a:chOff x="100683" y="2315265"/>
            <a:chExt cx="9071092" cy="2894910"/>
          </a:xfrm>
        </p:grpSpPr>
        <p:graphicFrame>
          <p:nvGraphicFramePr>
            <p:cNvPr id="6" name="Diagramma 5">
              <a:extLst>
                <a:ext uri="{FF2B5EF4-FFF2-40B4-BE49-F238E27FC236}">
                  <a16:creationId xmlns:a16="http://schemas.microsoft.com/office/drawing/2014/main" id="{0C02757D-403A-AB00-92FD-B42C4200732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65689567"/>
                </p:ext>
              </p:extLst>
            </p:nvPr>
          </p:nvGraphicFramePr>
          <p:xfrm>
            <a:off x="100683" y="2315265"/>
            <a:ext cx="4196107" cy="289491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7" name="Diagramma 6">
              <a:extLst>
                <a:ext uri="{FF2B5EF4-FFF2-40B4-BE49-F238E27FC236}">
                  <a16:creationId xmlns:a16="http://schemas.microsoft.com/office/drawing/2014/main" id="{3D49FFD2-8510-1720-667C-64927B37D98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57099494"/>
                </p:ext>
              </p:extLst>
            </p:nvPr>
          </p:nvGraphicFramePr>
          <p:xfrm>
            <a:off x="4975668" y="2315265"/>
            <a:ext cx="4196107" cy="289491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</p:grp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BA9D9E1E-A906-2FFF-D66F-6E748549A208}"/>
              </a:ext>
            </a:extLst>
          </p:cNvPr>
          <p:cNvCxnSpPr>
            <a:cxnSpLocks/>
          </p:cNvCxnSpPr>
          <p:nvPr/>
        </p:nvCxnSpPr>
        <p:spPr>
          <a:xfrm>
            <a:off x="4975668" y="2271713"/>
            <a:ext cx="0" cy="45196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ADB95BB-E698-B248-4023-35E5B355B05B}"/>
              </a:ext>
            </a:extLst>
          </p:cNvPr>
          <p:cNvSpPr txBox="1"/>
          <p:nvPr/>
        </p:nvSpPr>
        <p:spPr>
          <a:xfrm>
            <a:off x="411907" y="4695824"/>
            <a:ext cx="4563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90°percentile: ≈ 19 minuti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BC5CD2E-516D-8F43-2C3A-8F2E6562445D}"/>
              </a:ext>
            </a:extLst>
          </p:cNvPr>
          <p:cNvSpPr txBox="1"/>
          <p:nvPr/>
        </p:nvSpPr>
        <p:spPr>
          <a:xfrm>
            <a:off x="5269322" y="4695824"/>
            <a:ext cx="346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90°percentile: ≈ 19 minuti </a:t>
            </a:r>
          </a:p>
        </p:txBody>
      </p:sp>
      <p:pic>
        <p:nvPicPr>
          <p:cNvPr id="13" name="Immagine 12" descr="Immagine che contiene simbolo, cerchio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D073056C-169F-1434-CE78-3C0CED3D37D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348" y="4700812"/>
            <a:ext cx="369331" cy="369331"/>
          </a:xfrm>
          <a:prstGeom prst="rect">
            <a:avLst/>
          </a:prstGeom>
        </p:spPr>
      </p:pic>
      <p:pic>
        <p:nvPicPr>
          <p:cNvPr id="14" name="Immagine 13" descr="Immagine che contiene simbolo, cerchio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88EE2B85-0BD5-8DAC-E7B7-BBA48AE80A4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306" y="4695824"/>
            <a:ext cx="369331" cy="36933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16D1C3DF-50C2-3E19-ABE1-08F7335B76D2}"/>
              </a:ext>
            </a:extLst>
          </p:cNvPr>
          <p:cNvSpPr txBox="1"/>
          <p:nvPr/>
        </p:nvSpPr>
        <p:spPr>
          <a:xfrm>
            <a:off x="411907" y="5196959"/>
            <a:ext cx="4563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Prob</a:t>
            </a:r>
            <a:r>
              <a:rPr lang="it-IT" dirty="0"/>
              <a:t>. Violazione: 41/64 = 64%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E68F3AE-FD25-705E-5B54-0D906D8CAE8F}"/>
              </a:ext>
            </a:extLst>
          </p:cNvPr>
          <p:cNvSpPr txBox="1"/>
          <p:nvPr/>
        </p:nvSpPr>
        <p:spPr>
          <a:xfrm>
            <a:off x="4802498" y="5196959"/>
            <a:ext cx="4563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Prob</a:t>
            </a:r>
            <a:r>
              <a:rPr lang="it-IT" dirty="0"/>
              <a:t>. Violazione: 64/64 = 100%</a:t>
            </a:r>
          </a:p>
        </p:txBody>
      </p:sp>
    </p:spTree>
    <p:extLst>
      <p:ext uri="{BB962C8B-B14F-4D97-AF65-F5344CB8AC3E}">
        <p14:creationId xmlns:p14="http://schemas.microsoft.com/office/powerpoint/2010/main" val="5627946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5245-D976-F9A9-DCD9-4CB0B1FE8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200153-0394-C041-EFEC-0ED8E06E6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83" y="373188"/>
            <a:ext cx="2637367" cy="1099457"/>
          </a:xfrm>
        </p:spPr>
        <p:txBody>
          <a:bodyPr>
            <a:normAutofit/>
          </a:bodyPr>
          <a:lstStyle/>
          <a:p>
            <a:r>
              <a:rPr lang="it-IT" dirty="0"/>
              <a:t>Roadmap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A0AD3AB-03DB-C7EB-808F-73799C831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9466" y="6065837"/>
            <a:ext cx="309921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D87D1DC9-3B65-4EB2-AAA2-4BCA5EE1B4AB}" type="slidenum">
              <a:rPr lang="it-IT" sz="2000" smtClean="0"/>
              <a:pPr>
                <a:spcAft>
                  <a:spcPts val="600"/>
                </a:spcAft>
              </a:pPr>
              <a:t>33</a:t>
            </a:fld>
            <a:endParaRPr lang="it-IT" sz="2000" dirty="0"/>
          </a:p>
        </p:txBody>
      </p:sp>
      <p:graphicFrame>
        <p:nvGraphicFramePr>
          <p:cNvPr id="8" name="Segnaposto contenuto 2">
            <a:extLst>
              <a:ext uri="{FF2B5EF4-FFF2-40B4-BE49-F238E27FC236}">
                <a16:creationId xmlns:a16="http://schemas.microsoft.com/office/drawing/2014/main" id="{5C39F525-DECA-0D8E-DF46-6067DC77D1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8092114"/>
              </p:ext>
            </p:extLst>
          </p:nvPr>
        </p:nvGraphicFramePr>
        <p:xfrm>
          <a:off x="315383" y="176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egnaposto numero diapositiva 3">
            <a:extLst>
              <a:ext uri="{FF2B5EF4-FFF2-40B4-BE49-F238E27FC236}">
                <a16:creationId xmlns:a16="http://schemas.microsoft.com/office/drawing/2014/main" id="{20D3CB61-2557-9D98-3FBD-36F8353F1B73}"/>
              </a:ext>
            </a:extLst>
          </p:cNvPr>
          <p:cNvSpPr txBox="1">
            <a:spLocks/>
          </p:cNvSpPr>
          <p:nvPr/>
        </p:nvSpPr>
        <p:spPr>
          <a:xfrm>
            <a:off x="11648182" y="6492875"/>
            <a:ext cx="5438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pPr/>
              <a:t>33</a:t>
            </a:fld>
            <a:endParaRPr lang="it-IT" sz="2000" dirty="0">
              <a:solidFill>
                <a:schemeClr val="bg1"/>
              </a:solidFill>
            </a:endParaRPr>
          </a:p>
        </p:txBody>
      </p:sp>
      <p:pic>
        <p:nvPicPr>
          <p:cNvPr id="5" name="Immagine 4" descr="Immagine che contiene Elementi grafici, cerchio, Policromia, simbolo&#10;&#10;Il contenuto generato dall'IA potrebbe non essere corretto.">
            <a:extLst>
              <a:ext uri="{FF2B5EF4-FFF2-40B4-BE49-F238E27FC236}">
                <a16:creationId xmlns:a16="http://schemas.microsoft.com/office/drawing/2014/main" id="{2D20C672-A27C-99C1-F9BF-9DCF9BF7D4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484" y="3707447"/>
            <a:ext cx="360000" cy="360000"/>
          </a:xfrm>
          <a:prstGeom prst="rect">
            <a:avLst/>
          </a:prstGeom>
        </p:spPr>
      </p:pic>
      <p:pic>
        <p:nvPicPr>
          <p:cNvPr id="4" name="Immagine 3" descr="Immagine che contiene Elementi grafici, cerchio, Policromia, simbolo&#10;&#10;Il contenuto generato dall'IA potrebbe non essere corretto.">
            <a:extLst>
              <a:ext uri="{FF2B5EF4-FFF2-40B4-BE49-F238E27FC236}">
                <a16:creationId xmlns:a16="http://schemas.microsoft.com/office/drawing/2014/main" id="{32683066-D281-E182-566A-5CC317587B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334" y="3707447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854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3A8CC-B976-5BFF-6BA2-E856A4E0F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it-IT" dirty="0"/>
              <a:t>Modello Migliorativo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AE11A8-AE4A-1D4F-FB3B-E105CB379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270000"/>
            <a:ext cx="8456275" cy="4605506"/>
          </a:xfrm>
        </p:spPr>
        <p:txBody>
          <a:bodyPr>
            <a:normAutofit/>
          </a:bodyPr>
          <a:lstStyle/>
          <a:p>
            <a:r>
              <a:rPr lang="it-IT" dirty="0"/>
              <a:t>Proponiamo le seguenti migliorie:</a:t>
            </a:r>
          </a:p>
          <a:p>
            <a:pPr lvl="1"/>
            <a:r>
              <a:rPr lang="it-IT" b="1" dirty="0"/>
              <a:t>Apertura nuovo sportello (Dinamico)</a:t>
            </a:r>
            <a:r>
              <a:rPr lang="it-IT" dirty="0"/>
              <a:t>, zone Economy</a:t>
            </a:r>
          </a:p>
          <a:p>
            <a:r>
              <a:rPr lang="it-IT" dirty="0"/>
              <a:t>Identificazione controlli sicurezza </a:t>
            </a:r>
            <a:r>
              <a:rPr lang="it-IT" i="1" dirty="0"/>
              <a:t>"fast" :</a:t>
            </a:r>
          </a:p>
          <a:p>
            <a:pPr lvl="1"/>
            <a:r>
              <a:rPr lang="it-IT" dirty="0"/>
              <a:t>Assumiamo che i passeggeri che hanno imbarcato il bagaglio, porteranno in cabina solo bagagli leggeri (borse o zaini), richiedendo così, un tempo di servizio minore, durante la fase di controllo. In particolare:</a:t>
            </a:r>
          </a:p>
          <a:p>
            <a:pPr lvl="2"/>
            <a:r>
              <a:rPr lang="it-IT" b="1" dirty="0"/>
              <a:t>Centri </a:t>
            </a:r>
            <a:r>
              <a:rPr lang="it-IT" b="1" dirty="0" err="1"/>
              <a:t>Bag</a:t>
            </a:r>
            <a:r>
              <a:rPr lang="it-IT" b="1" dirty="0"/>
              <a:t> &amp; Drop : T</a:t>
            </a:r>
            <a:r>
              <a:rPr lang="it-IT" dirty="0"/>
              <a:t>utti i passeggeri sono </a:t>
            </a:r>
            <a:r>
              <a:rPr lang="it-IT" i="1" dirty="0"/>
              <a:t>"fast" </a:t>
            </a:r>
            <a:r>
              <a:rPr lang="it-IT" dirty="0"/>
              <a:t>(check-in online, solo deposito bagagli);</a:t>
            </a:r>
          </a:p>
          <a:p>
            <a:pPr lvl="2"/>
            <a:r>
              <a:rPr lang="it-IT" b="1" dirty="0"/>
              <a:t>Passeggeri senza servizio Fast-Track</a:t>
            </a:r>
            <a:r>
              <a:rPr lang="it-IT" dirty="0"/>
              <a:t>: 25% di questi sono classificati come Passeggeri </a:t>
            </a:r>
            <a:r>
              <a:rPr lang="it-IT" i="1" dirty="0"/>
              <a:t>’’fast’’.</a:t>
            </a:r>
          </a:p>
          <a:p>
            <a:pPr lvl="1"/>
            <a:endParaRPr lang="it-IT" dirty="0"/>
          </a:p>
          <a:p>
            <a:pPr lvl="2"/>
            <a:endParaRPr lang="it-IT" b="1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83B1B3-6D09-D464-DC3F-2DE24D028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34</a:t>
            </a:fld>
            <a:endParaRPr lang="it-IT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6678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569F299-C1A7-B803-27E9-05BDF133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35</a:t>
            </a:fld>
            <a:endParaRPr lang="it-IT" sz="2000" dirty="0">
              <a:solidFill>
                <a:schemeClr val="bg1"/>
              </a:solidFill>
            </a:endParaRPr>
          </a:p>
        </p:txBody>
      </p:sp>
      <p:pic>
        <p:nvPicPr>
          <p:cNvPr id="11" name="Immagine 10" descr="Immagine che contiene testo, diagramma, Piano, schematico&#10;&#10;Il contenuto generato dall'IA potrebbe non essere corretto.">
            <a:extLst>
              <a:ext uri="{FF2B5EF4-FFF2-40B4-BE49-F238E27FC236}">
                <a16:creationId xmlns:a16="http://schemas.microsoft.com/office/drawing/2014/main" id="{A680634C-C3BE-3BDC-98ED-BEFE2626F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15086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850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014BA9-8E6E-9F99-0383-254CC2483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5325"/>
          </a:xfrm>
        </p:spPr>
        <p:txBody>
          <a:bodyPr/>
          <a:lstStyle/>
          <a:p>
            <a:r>
              <a:rPr lang="it-IT" dirty="0"/>
              <a:t>Modello delle Specifiche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821016-224D-F69E-03F7-73252697A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304925"/>
            <a:ext cx="7838016" cy="2276475"/>
          </a:xfrm>
        </p:spPr>
        <p:txBody>
          <a:bodyPr>
            <a:normAutofit lnSpcReduction="10000"/>
          </a:bodyPr>
          <a:lstStyle/>
          <a:p>
            <a:r>
              <a:rPr lang="it-IT" dirty="0"/>
              <a:t>La zona </a:t>
            </a:r>
            <a:r>
              <a:rPr lang="it-IT" b="1" dirty="0"/>
              <a:t>Check-In </a:t>
            </a:r>
            <a:r>
              <a:rPr lang="it-IT" dirty="0"/>
              <a:t>rimane inalterata, fin tanto che, la popolazione in coda non superi la soglia di 15 persone in coda, bound per la quale viene attivato un nuovo Desk Check-In. </a:t>
            </a:r>
          </a:p>
          <a:p>
            <a:r>
              <a:rPr lang="it-IT" dirty="0"/>
              <a:t>La zona </a:t>
            </a:r>
            <a:r>
              <a:rPr lang="it-IT" b="1" dirty="0"/>
              <a:t>Controlli di Sicurezza Normale (Fast)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 Il tempo medio di servizio, è stato modellato tramite una distribuzione       Log-Normale troncata</a:t>
            </a:r>
          </a:p>
          <a:p>
            <a:r>
              <a:rPr lang="it-IT" dirty="0"/>
              <a:t>Le restanti parti rimangono invariate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3A9A71-02D9-48FA-400F-6D27AC0CE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36</a:t>
            </a:fld>
            <a:endParaRPr lang="it-IT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1649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49B46-C8C6-1498-8ED1-F49BB8026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2DAA14-5332-5056-02CA-408692942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38175"/>
          </a:xfrm>
        </p:spPr>
        <p:txBody>
          <a:bodyPr>
            <a:noAutofit/>
          </a:bodyPr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489964-3B8E-635E-9DC5-C9C918D8C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03339"/>
            <a:ext cx="8596668" cy="2832244"/>
          </a:xfrm>
        </p:spPr>
        <p:txBody>
          <a:bodyPr/>
          <a:lstStyle/>
          <a:p>
            <a:r>
              <a:rPr lang="it-IT" dirty="0"/>
              <a:t>Verifichiamo se il sistema converge allo stato stazionario, attraverso una simulazione ad orizzonte finito.</a:t>
            </a:r>
          </a:p>
          <a:p>
            <a:r>
              <a:rPr lang="it-IT" dirty="0"/>
              <a:t>La variabile di riferimento è il </a:t>
            </a:r>
            <a:r>
              <a:rPr lang="it-IT" b="1" dirty="0"/>
              <a:t>Tempo d’attesa in coda.</a:t>
            </a:r>
          </a:p>
          <a:p>
            <a:r>
              <a:rPr lang="it-IT" dirty="0"/>
              <a:t>Sono state effettuate più simulazioni</a:t>
            </a:r>
          </a:p>
          <a:p>
            <a:pPr lvl="1"/>
            <a:r>
              <a:rPr lang="it-IT" i="1" dirty="0"/>
              <a:t>Stesse condizioni iniziali (Sistema vuoto)</a:t>
            </a:r>
          </a:p>
          <a:p>
            <a:pPr lvl="1"/>
            <a:r>
              <a:rPr lang="it-IT" i="1" dirty="0"/>
              <a:t>Seed indipendenti</a:t>
            </a:r>
          </a:p>
          <a:p>
            <a:pPr lvl="1"/>
            <a:r>
              <a:rPr lang="it-IT" i="1" dirty="0"/>
              <a:t>Seed Iniziale: 123456789</a:t>
            </a:r>
          </a:p>
          <a:p>
            <a:pPr lvl="1"/>
            <a:endParaRPr lang="it-IT" dirty="0"/>
          </a:p>
          <a:p>
            <a:pPr marL="457200" lvl="1" indent="0">
              <a:buNone/>
            </a:pPr>
            <a:endParaRPr lang="it-IT" i="1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C46CEE-4FDD-AC28-E1B8-F00F0209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37</a:t>
            </a:fld>
            <a:endParaRPr lang="it-IT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9826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6584C-3E11-086F-AA27-F8E11CC34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E40572-7CDA-65CB-1F82-6FD0D588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/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9388D6D-4C81-2425-941C-EB6C06524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1600"/>
            <a:ext cx="8596668" cy="5486400"/>
          </a:xfrm>
        </p:spPr>
        <p:txBody>
          <a:bodyPr>
            <a:normAutofit fontScale="92500" lnSpcReduction="20000"/>
          </a:bodyPr>
          <a:lstStyle/>
          <a:p>
            <a:r>
              <a:rPr lang="it-IT" sz="1900" dirty="0"/>
              <a:t>Configurazione del sistema usata:</a:t>
            </a:r>
          </a:p>
          <a:p>
            <a:pPr lvl="1"/>
            <a:r>
              <a:rPr lang="it-IT" sz="1700" dirty="0"/>
              <a:t>Zona Check-In A:</a:t>
            </a:r>
          </a:p>
          <a:p>
            <a:pPr lvl="2"/>
            <a:r>
              <a:rPr lang="it-IT" sz="1500" dirty="0"/>
              <a:t>Check-In Tradizionale</a:t>
            </a:r>
          </a:p>
          <a:p>
            <a:pPr lvl="3"/>
            <a:r>
              <a:rPr lang="it-IT" sz="1300" dirty="0"/>
              <a:t>Business-Class </a:t>
            </a:r>
            <a:r>
              <a:rPr lang="it-IT" sz="1300" dirty="0">
                <a:sym typeface="Wingdings" panose="05000000000000000000" pitchFamily="2" charset="2"/>
              </a:rPr>
              <a:t> 1 Servente</a:t>
            </a:r>
          </a:p>
          <a:p>
            <a:pPr lvl="3"/>
            <a:r>
              <a:rPr lang="it-IT" sz="1300" dirty="0">
                <a:sym typeface="Wingdings" panose="05000000000000000000" pitchFamily="2" charset="2"/>
              </a:rPr>
              <a:t>Premium-Economy  1 Servente</a:t>
            </a:r>
          </a:p>
          <a:p>
            <a:pPr lvl="3"/>
            <a:r>
              <a:rPr lang="it-IT" sz="1300" dirty="0">
                <a:sym typeface="Wingdings" panose="05000000000000000000" pitchFamily="2" charset="2"/>
              </a:rPr>
              <a:t>Economy  3/(4) Serventi</a:t>
            </a:r>
          </a:p>
          <a:p>
            <a:pPr lvl="2"/>
            <a:r>
              <a:rPr lang="it-IT" sz="1500" dirty="0"/>
              <a:t>Check-In Low-Cost</a:t>
            </a:r>
          </a:p>
          <a:p>
            <a:pPr lvl="3"/>
            <a:r>
              <a:rPr lang="it-IT" sz="1300" dirty="0" err="1"/>
              <a:t>Flexi</a:t>
            </a:r>
            <a:r>
              <a:rPr lang="it-IT" sz="1300" dirty="0"/>
              <a:t>-Plus </a:t>
            </a:r>
            <a:r>
              <a:rPr lang="it-IT" sz="1300" dirty="0">
                <a:sym typeface="Wingdings" panose="05000000000000000000" pitchFamily="2" charset="2"/>
              </a:rPr>
              <a:t> 1 Servente</a:t>
            </a:r>
          </a:p>
          <a:p>
            <a:pPr lvl="3"/>
            <a:r>
              <a:rPr lang="it-IT" sz="1300" dirty="0">
                <a:sym typeface="Wingdings" panose="05000000000000000000" pitchFamily="2" charset="2"/>
              </a:rPr>
              <a:t>Self </a:t>
            </a:r>
            <a:r>
              <a:rPr lang="it-IT" sz="1300" dirty="0" err="1">
                <a:sym typeface="Wingdings" panose="05000000000000000000" pitchFamily="2" charset="2"/>
              </a:rPr>
              <a:t>Bag</a:t>
            </a:r>
            <a:r>
              <a:rPr lang="it-IT" sz="1300" dirty="0">
                <a:sym typeface="Wingdings" panose="05000000000000000000" pitchFamily="2" charset="2"/>
              </a:rPr>
              <a:t> and Drop  1 Servente</a:t>
            </a:r>
          </a:p>
          <a:p>
            <a:pPr lvl="3"/>
            <a:r>
              <a:rPr lang="it-IT" sz="1300" dirty="0" err="1">
                <a:sym typeface="Wingdings" panose="05000000000000000000" pitchFamily="2" charset="2"/>
              </a:rPr>
              <a:t>Bag</a:t>
            </a:r>
            <a:r>
              <a:rPr lang="it-IT" sz="1300" dirty="0">
                <a:sym typeface="Wingdings" panose="05000000000000000000" pitchFamily="2" charset="2"/>
              </a:rPr>
              <a:t> and Drop  4 Servente</a:t>
            </a:r>
          </a:p>
          <a:p>
            <a:pPr lvl="1"/>
            <a:r>
              <a:rPr lang="it-IT" sz="1700" dirty="0">
                <a:sym typeface="Wingdings" panose="05000000000000000000" pitchFamily="2" charset="2"/>
              </a:rPr>
              <a:t>Zona Check-In B/C:</a:t>
            </a:r>
          </a:p>
          <a:p>
            <a:pPr lvl="2"/>
            <a:r>
              <a:rPr lang="it-IT" sz="1500" dirty="0"/>
              <a:t>Check-In Tradizionale</a:t>
            </a:r>
          </a:p>
          <a:p>
            <a:pPr lvl="3"/>
            <a:r>
              <a:rPr lang="it-IT" sz="1300" dirty="0"/>
              <a:t>Business-Class </a:t>
            </a:r>
            <a:r>
              <a:rPr lang="it-IT" sz="1300" dirty="0">
                <a:sym typeface="Wingdings" panose="05000000000000000000" pitchFamily="2" charset="2"/>
              </a:rPr>
              <a:t> 1 Servente</a:t>
            </a:r>
          </a:p>
          <a:p>
            <a:pPr lvl="3"/>
            <a:r>
              <a:rPr lang="it-IT" sz="1300" dirty="0">
                <a:sym typeface="Wingdings" panose="05000000000000000000" pitchFamily="2" charset="2"/>
              </a:rPr>
              <a:t>Premium-Economy  1 Servente</a:t>
            </a:r>
          </a:p>
          <a:p>
            <a:pPr lvl="3"/>
            <a:r>
              <a:rPr lang="it-IT" sz="1300" dirty="0">
                <a:sym typeface="Wingdings" panose="05000000000000000000" pitchFamily="2" charset="2"/>
              </a:rPr>
              <a:t>Economy  2/(3) Serventi</a:t>
            </a:r>
          </a:p>
          <a:p>
            <a:pPr lvl="2"/>
            <a:r>
              <a:rPr lang="it-IT" sz="1500" dirty="0"/>
              <a:t>Check-In Low-Cost</a:t>
            </a:r>
          </a:p>
          <a:p>
            <a:pPr lvl="3"/>
            <a:r>
              <a:rPr lang="it-IT" sz="1300" dirty="0">
                <a:sym typeface="Wingdings" panose="05000000000000000000" pitchFamily="2" charset="2"/>
              </a:rPr>
              <a:t>Check-In  1 Servente</a:t>
            </a:r>
          </a:p>
          <a:p>
            <a:pPr lvl="3"/>
            <a:r>
              <a:rPr lang="it-IT" sz="1300" dirty="0" err="1">
                <a:sym typeface="Wingdings" panose="05000000000000000000" pitchFamily="2" charset="2"/>
              </a:rPr>
              <a:t>Bag</a:t>
            </a:r>
            <a:r>
              <a:rPr lang="it-IT" sz="1300" dirty="0">
                <a:sym typeface="Wingdings" panose="05000000000000000000" pitchFamily="2" charset="2"/>
              </a:rPr>
              <a:t> and Drop  1 Servente</a:t>
            </a:r>
          </a:p>
          <a:p>
            <a:pPr lvl="2"/>
            <a:endParaRPr lang="it-IT" dirty="0">
              <a:sym typeface="Wingdings" panose="05000000000000000000" pitchFamily="2" charset="2"/>
            </a:endParaRPr>
          </a:p>
          <a:p>
            <a:pPr lvl="2"/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A1538AA-1FC8-41EA-82EB-A81B470C3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38</a:t>
            </a:fld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D35A69C4-CFE1-F255-C191-E61EFD31B0A4}"/>
              </a:ext>
            </a:extLst>
          </p:cNvPr>
          <p:cNvSpPr txBox="1">
            <a:spLocks/>
          </p:cNvSpPr>
          <p:nvPr/>
        </p:nvSpPr>
        <p:spPr>
          <a:xfrm>
            <a:off x="5422477" y="1662546"/>
            <a:ext cx="5446414" cy="3086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it-IT" dirty="0"/>
              <a:t>Zona Fast-Track</a:t>
            </a:r>
          </a:p>
          <a:p>
            <a:pPr lvl="2"/>
            <a:r>
              <a:rPr lang="it-IT" dirty="0"/>
              <a:t>Tornello </a:t>
            </a:r>
            <a:r>
              <a:rPr lang="it-IT" dirty="0">
                <a:sym typeface="Wingdings" panose="05000000000000000000" pitchFamily="2" charset="2"/>
              </a:rPr>
              <a:t> 1 Servente</a:t>
            </a:r>
          </a:p>
          <a:p>
            <a:pPr lvl="2"/>
            <a:r>
              <a:rPr lang="it-IT" dirty="0">
                <a:sym typeface="Wingdings" panose="05000000000000000000" pitchFamily="2" charset="2"/>
              </a:rPr>
              <a:t>Controlli di Sicurezza  4 Serventi</a:t>
            </a:r>
          </a:p>
          <a:p>
            <a:pPr lvl="1"/>
            <a:r>
              <a:rPr lang="it-IT" dirty="0"/>
              <a:t>Zona Normale</a:t>
            </a:r>
          </a:p>
          <a:p>
            <a:pPr lvl="2"/>
            <a:r>
              <a:rPr lang="it-IT" dirty="0"/>
              <a:t>Tornelli </a:t>
            </a:r>
            <a:r>
              <a:rPr lang="it-IT" dirty="0">
                <a:sym typeface="Wingdings" panose="05000000000000000000" pitchFamily="2" charset="2"/>
              </a:rPr>
              <a:t> 4 Serventi</a:t>
            </a:r>
          </a:p>
          <a:p>
            <a:pPr lvl="2"/>
            <a:r>
              <a:rPr lang="it-IT" dirty="0">
                <a:sym typeface="Wingdings" panose="05000000000000000000" pitchFamily="2" charset="2"/>
              </a:rPr>
              <a:t>Controlli di Sicurezza  3 Serventi</a:t>
            </a:r>
          </a:p>
          <a:p>
            <a:pPr lvl="2"/>
            <a:r>
              <a:rPr lang="it-IT" dirty="0"/>
              <a:t>Zona Normale </a:t>
            </a:r>
            <a:r>
              <a:rPr lang="it-IT" i="1" dirty="0"/>
              <a:t>‘‘Fast’’</a:t>
            </a:r>
          </a:p>
          <a:p>
            <a:pPr lvl="3"/>
            <a:r>
              <a:rPr lang="it-IT" dirty="0">
                <a:sym typeface="Wingdings" panose="05000000000000000000" pitchFamily="2" charset="2"/>
              </a:rPr>
              <a:t>Controlli di Sicurezza  3 Serventi</a:t>
            </a:r>
            <a:endParaRPr lang="it-IT" dirty="0"/>
          </a:p>
          <a:p>
            <a:pPr lvl="2"/>
            <a:endParaRPr lang="it-IT" dirty="0"/>
          </a:p>
          <a:p>
            <a:pPr lvl="1"/>
            <a:endParaRPr lang="it-IT" dirty="0"/>
          </a:p>
          <a:p>
            <a:pPr marL="457200" lvl="1" indent="0">
              <a:buFont typeface="Wingdings 3" charset="2"/>
              <a:buNone/>
            </a:pPr>
            <a:endParaRPr lang="it-IT" i="1" dirty="0"/>
          </a:p>
        </p:txBody>
      </p:sp>
    </p:spTree>
    <p:extLst>
      <p:ext uri="{BB962C8B-B14F-4D97-AF65-F5344CB8AC3E}">
        <p14:creationId xmlns:p14="http://schemas.microsoft.com/office/powerpoint/2010/main" val="15408868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4B1C7-6F51-AC13-AC93-56FF70976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7C2A83-05AA-E155-E202-2259ED8A4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23900"/>
          </a:xfrm>
        </p:spPr>
        <p:txBody>
          <a:bodyPr/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580A3D2-D713-624B-17F4-B7E6B0A6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39</a:t>
            </a:fld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50096F6-A5C4-1C92-2EE8-B554F7D6502D}"/>
              </a:ext>
            </a:extLst>
          </p:cNvPr>
          <p:cNvSpPr txBox="1"/>
          <p:nvPr/>
        </p:nvSpPr>
        <p:spPr>
          <a:xfrm>
            <a:off x="3693510" y="723900"/>
            <a:ext cx="3627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Zona A -- Check-In Tradizionale --</a:t>
            </a:r>
          </a:p>
        </p:txBody>
      </p:sp>
      <p:pic>
        <p:nvPicPr>
          <p:cNvPr id="9" name="Immagine 8" descr="Immagine che contiene diagramma, testo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B26877CD-E872-CFF4-0530-EDCCEBDE5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756" y="2522992"/>
            <a:ext cx="5804651" cy="2880000"/>
          </a:xfrm>
          <a:prstGeom prst="rect">
            <a:avLst/>
          </a:prstGeom>
        </p:spPr>
      </p:pic>
      <p:grpSp>
        <p:nvGrpSpPr>
          <p:cNvPr id="15" name="Gruppo 14">
            <a:extLst>
              <a:ext uri="{FF2B5EF4-FFF2-40B4-BE49-F238E27FC236}">
                <a16:creationId xmlns:a16="http://schemas.microsoft.com/office/drawing/2014/main" id="{26ED5FD6-BE66-742E-FC0F-5237F0677136}"/>
              </a:ext>
            </a:extLst>
          </p:cNvPr>
          <p:cNvGrpSpPr/>
          <p:nvPr/>
        </p:nvGrpSpPr>
        <p:grpSpPr>
          <a:xfrm>
            <a:off x="0" y="1093232"/>
            <a:ext cx="5804650" cy="5764768"/>
            <a:chOff x="191438" y="1093232"/>
            <a:chExt cx="5737588" cy="5734882"/>
          </a:xfrm>
        </p:grpSpPr>
        <p:pic>
          <p:nvPicPr>
            <p:cNvPr id="5" name="Immagine 4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ED3427C0-9ED4-AB45-184D-64EBC266B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438" y="1093232"/>
              <a:ext cx="5737588" cy="2880000"/>
            </a:xfrm>
            <a:prstGeom prst="rect">
              <a:avLst/>
            </a:prstGeom>
          </p:spPr>
        </p:pic>
        <p:pic>
          <p:nvPicPr>
            <p:cNvPr id="14" name="Immagine 13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4EBA4F9F-D250-2733-450F-8F7722228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975" y="3948114"/>
              <a:ext cx="5737051" cy="28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87268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08AA0-2225-0856-A5C5-9E631A7AD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C74358-B426-DA53-0C6B-2B654C31F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23900"/>
          </a:xfrm>
        </p:spPr>
        <p:txBody>
          <a:bodyPr/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956CFE7-7F26-C319-06CA-986D88D5F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40</a:t>
            </a:fld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878C3C6-DC84-D957-CA92-A8A1FCDCFF16}"/>
              </a:ext>
            </a:extLst>
          </p:cNvPr>
          <p:cNvSpPr txBox="1"/>
          <p:nvPr/>
        </p:nvSpPr>
        <p:spPr>
          <a:xfrm>
            <a:off x="3693510" y="723900"/>
            <a:ext cx="330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Zona A -- Check-In Low Cost --</a:t>
            </a:r>
          </a:p>
        </p:txBody>
      </p:sp>
      <p:pic>
        <p:nvPicPr>
          <p:cNvPr id="6" name="Immagine 5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33C34D4E-C074-251B-4BCF-DE6354096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614" y="2469406"/>
            <a:ext cx="5748571" cy="2880000"/>
          </a:xfrm>
          <a:prstGeom prst="rect">
            <a:avLst/>
          </a:prstGeom>
        </p:spPr>
      </p:pic>
      <p:grpSp>
        <p:nvGrpSpPr>
          <p:cNvPr id="14" name="Gruppo 13">
            <a:extLst>
              <a:ext uri="{FF2B5EF4-FFF2-40B4-BE49-F238E27FC236}">
                <a16:creationId xmlns:a16="http://schemas.microsoft.com/office/drawing/2014/main" id="{2B831A4B-7BC6-C8DE-EEBC-BEB03196D8C7}"/>
              </a:ext>
            </a:extLst>
          </p:cNvPr>
          <p:cNvGrpSpPr/>
          <p:nvPr/>
        </p:nvGrpSpPr>
        <p:grpSpPr>
          <a:xfrm>
            <a:off x="0" y="1093233"/>
            <a:ext cx="5868614" cy="5764767"/>
            <a:chOff x="296471" y="1093232"/>
            <a:chExt cx="5868614" cy="5764767"/>
          </a:xfrm>
        </p:grpSpPr>
        <p:pic>
          <p:nvPicPr>
            <p:cNvPr id="8" name="Immagine 7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34C566DC-7972-32F7-3891-200136783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471" y="1093232"/>
              <a:ext cx="5799529" cy="2880000"/>
            </a:xfrm>
            <a:prstGeom prst="rect">
              <a:avLst/>
            </a:prstGeom>
          </p:spPr>
        </p:pic>
        <p:pic>
          <p:nvPicPr>
            <p:cNvPr id="13" name="Immagine 12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C4545757-BACB-84FD-913F-3890B026A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471" y="3909406"/>
              <a:ext cx="5868614" cy="29485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37187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F9D22-FEB3-B738-038B-A291F696B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34DAC9-2848-41D9-2EF0-710CACBC6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23900"/>
          </a:xfrm>
        </p:spPr>
        <p:txBody>
          <a:bodyPr/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F5F7DFB-DD5D-ECEE-93AF-25B0D1672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41</a:t>
            </a:fld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5B01CE4-03B3-019D-8EDA-5108CFD59FA1}"/>
              </a:ext>
            </a:extLst>
          </p:cNvPr>
          <p:cNvSpPr txBox="1"/>
          <p:nvPr/>
        </p:nvSpPr>
        <p:spPr>
          <a:xfrm>
            <a:off x="3693510" y="723900"/>
            <a:ext cx="3627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Zona B -- Check-In Tradizionale --</a:t>
            </a:r>
          </a:p>
        </p:txBody>
      </p:sp>
      <p:pic>
        <p:nvPicPr>
          <p:cNvPr id="8" name="Immagine 7" descr="Immagine che contiene linea, Diagramm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89280D39-D062-F7DF-3135-FCD43DBEE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0770" y="2468729"/>
            <a:ext cx="5771521" cy="2880000"/>
          </a:xfrm>
          <a:prstGeom prst="rect">
            <a:avLst/>
          </a:prstGeom>
        </p:spPr>
      </p:pic>
      <p:grpSp>
        <p:nvGrpSpPr>
          <p:cNvPr id="13" name="Gruppo 12">
            <a:extLst>
              <a:ext uri="{FF2B5EF4-FFF2-40B4-BE49-F238E27FC236}">
                <a16:creationId xmlns:a16="http://schemas.microsoft.com/office/drawing/2014/main" id="{3CF3099C-499E-E566-F0A7-7396FC82DE7B}"/>
              </a:ext>
            </a:extLst>
          </p:cNvPr>
          <p:cNvGrpSpPr/>
          <p:nvPr/>
        </p:nvGrpSpPr>
        <p:grpSpPr>
          <a:xfrm>
            <a:off x="0" y="1040838"/>
            <a:ext cx="5870770" cy="5817162"/>
            <a:chOff x="0" y="1040838"/>
            <a:chExt cx="5870770" cy="5817162"/>
          </a:xfrm>
        </p:grpSpPr>
        <p:pic>
          <p:nvPicPr>
            <p:cNvPr id="6" name="Immagine 5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CA7BAECC-4015-96DA-CEA5-B0ACF3BE3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040838"/>
              <a:ext cx="5748639" cy="2880000"/>
            </a:xfrm>
            <a:prstGeom prst="rect">
              <a:avLst/>
            </a:prstGeom>
          </p:spPr>
        </p:pic>
        <p:pic>
          <p:nvPicPr>
            <p:cNvPr id="11" name="Immagine 10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5039B4BE-ECFD-FCD4-AE0E-C67F22F0D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78000"/>
              <a:ext cx="5870770" cy="28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20794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C4F8B-070F-63A8-70A7-A0C0E746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1D983-AE9A-82FA-A126-F6AFB51E5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23900"/>
          </a:xfrm>
        </p:spPr>
        <p:txBody>
          <a:bodyPr/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19A217-3C78-0DD3-E6B6-9400096F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42</a:t>
            </a:fld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4A3C5E0-70FB-C6A8-7C38-750832334670}"/>
              </a:ext>
            </a:extLst>
          </p:cNvPr>
          <p:cNvSpPr txBox="1"/>
          <p:nvPr/>
        </p:nvSpPr>
        <p:spPr>
          <a:xfrm>
            <a:off x="3693510" y="723900"/>
            <a:ext cx="3321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Zona B -- Check-In Low Cost --</a:t>
            </a: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CAE41D13-08AA-63B0-6260-0BF8DE4F95CE}"/>
              </a:ext>
            </a:extLst>
          </p:cNvPr>
          <p:cNvGrpSpPr/>
          <p:nvPr/>
        </p:nvGrpSpPr>
        <p:grpSpPr>
          <a:xfrm>
            <a:off x="261371" y="1989000"/>
            <a:ext cx="11669257" cy="2880000"/>
            <a:chOff x="378610" y="2454165"/>
            <a:chExt cx="11669257" cy="2880000"/>
          </a:xfrm>
        </p:grpSpPr>
        <p:pic>
          <p:nvPicPr>
            <p:cNvPr id="6" name="Immagine 5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EB48B20B-12E9-5463-CA1D-C95B6431A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1467" y="2454165"/>
              <a:ext cx="5846400" cy="2880000"/>
            </a:xfrm>
            <a:prstGeom prst="rect">
              <a:avLst/>
            </a:prstGeom>
          </p:spPr>
        </p:pic>
        <p:pic>
          <p:nvPicPr>
            <p:cNvPr id="8" name="Immagine 7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97534623-E47E-6C1A-470D-7C918F0B4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610" y="2454165"/>
              <a:ext cx="5822857" cy="28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84556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9B397-E127-F2E4-74E7-5C6162440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9BA0AB-2600-71A5-E904-9F16C741E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23900"/>
          </a:xfrm>
        </p:spPr>
        <p:txBody>
          <a:bodyPr/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97C8BBD-717C-AC99-910D-CFEA9B82D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43</a:t>
            </a:fld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CD0E79C-0F6C-437B-1D13-E7589E930773}"/>
              </a:ext>
            </a:extLst>
          </p:cNvPr>
          <p:cNvSpPr txBox="1"/>
          <p:nvPr/>
        </p:nvSpPr>
        <p:spPr>
          <a:xfrm>
            <a:off x="3693510" y="723900"/>
            <a:ext cx="3627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Zona C -- Check-In Tradizionale --</a:t>
            </a:r>
          </a:p>
        </p:txBody>
      </p:sp>
      <p:pic>
        <p:nvPicPr>
          <p:cNvPr id="8" name="Immagine 7" descr="Immagine che contiene linea, Diagramma, diagramma, pendio&#10;&#10;Il contenuto generato dall'IA potrebbe non essere corretto.">
            <a:extLst>
              <a:ext uri="{FF2B5EF4-FFF2-40B4-BE49-F238E27FC236}">
                <a16:creationId xmlns:a16="http://schemas.microsoft.com/office/drawing/2014/main" id="{D9BF05A5-DDC2-2952-EC4F-71A9BF364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5430" y="2420442"/>
            <a:ext cx="5816917" cy="2880000"/>
          </a:xfrm>
          <a:prstGeom prst="rect">
            <a:avLst/>
          </a:prstGeom>
        </p:spPr>
      </p:pic>
      <p:grpSp>
        <p:nvGrpSpPr>
          <p:cNvPr id="13" name="Gruppo 12">
            <a:extLst>
              <a:ext uri="{FF2B5EF4-FFF2-40B4-BE49-F238E27FC236}">
                <a16:creationId xmlns:a16="http://schemas.microsoft.com/office/drawing/2014/main" id="{BDDBE848-F0C3-2DE0-F12B-305079F4A3C0}"/>
              </a:ext>
            </a:extLst>
          </p:cNvPr>
          <p:cNvGrpSpPr/>
          <p:nvPr/>
        </p:nvGrpSpPr>
        <p:grpSpPr>
          <a:xfrm>
            <a:off x="0" y="1155459"/>
            <a:ext cx="5875430" cy="5721694"/>
            <a:chOff x="118170" y="1136306"/>
            <a:chExt cx="5875430" cy="5721694"/>
          </a:xfrm>
        </p:grpSpPr>
        <p:pic>
          <p:nvPicPr>
            <p:cNvPr id="6" name="Immagine 5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ABC51DCB-2502-9818-3162-138F7F5B0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170" y="1136306"/>
              <a:ext cx="5664189" cy="2880000"/>
            </a:xfrm>
            <a:prstGeom prst="rect">
              <a:avLst/>
            </a:prstGeom>
          </p:spPr>
        </p:pic>
        <p:pic>
          <p:nvPicPr>
            <p:cNvPr id="11" name="Immagine 10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48D383D6-644F-7F96-8511-E7D63FA32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170" y="3978000"/>
              <a:ext cx="5875430" cy="28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92632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15AE0-6C41-681D-0376-FCCF67596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BEA2A2-2742-C4AE-8DCC-1EB2F623B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23900"/>
          </a:xfrm>
        </p:spPr>
        <p:txBody>
          <a:bodyPr/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CBD93C3-DF43-F1C9-AFE6-722008C0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44</a:t>
            </a:fld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22ED512-8758-3E18-4718-58829FD29442}"/>
              </a:ext>
            </a:extLst>
          </p:cNvPr>
          <p:cNvSpPr txBox="1"/>
          <p:nvPr/>
        </p:nvSpPr>
        <p:spPr>
          <a:xfrm>
            <a:off x="3693510" y="723900"/>
            <a:ext cx="3329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Zona C -- Check-In Low Cost --</a:t>
            </a: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42238473-EF57-6B5B-2A24-96DEF84A8676}"/>
              </a:ext>
            </a:extLst>
          </p:cNvPr>
          <p:cNvGrpSpPr/>
          <p:nvPr/>
        </p:nvGrpSpPr>
        <p:grpSpPr>
          <a:xfrm>
            <a:off x="136813" y="1834247"/>
            <a:ext cx="11918373" cy="3189505"/>
            <a:chOff x="0" y="2730587"/>
            <a:chExt cx="11468214" cy="2880000"/>
          </a:xfrm>
        </p:grpSpPr>
        <p:pic>
          <p:nvPicPr>
            <p:cNvPr id="6" name="Immagine 5" descr="Immagine che contiene linea, Diagramma, testo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047E69A9-D153-707C-BCF7-06D85EEE3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25121" y="2730587"/>
              <a:ext cx="5743093" cy="2880000"/>
            </a:xfrm>
            <a:prstGeom prst="rect">
              <a:avLst/>
            </a:prstGeom>
          </p:spPr>
        </p:pic>
        <p:pic>
          <p:nvPicPr>
            <p:cNvPr id="8" name="Immagine 7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17AA2BBA-BCAE-C7F9-6912-D9A541536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730587"/>
              <a:ext cx="5731709" cy="28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07397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003B4-07D3-EAD2-D54E-55574BE53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E7B09C-4255-AD38-1027-E2B6AB721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23900"/>
          </a:xfrm>
        </p:spPr>
        <p:txBody>
          <a:bodyPr/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504ECC-07D4-4086-6953-E91EE091E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45</a:t>
            </a:fld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976089A-07A4-7D71-E7EA-5A73B33F0F8B}"/>
              </a:ext>
            </a:extLst>
          </p:cNvPr>
          <p:cNvSpPr txBox="1"/>
          <p:nvPr/>
        </p:nvSpPr>
        <p:spPr>
          <a:xfrm>
            <a:off x="3693510" y="723900"/>
            <a:ext cx="3316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Zona Sicurezza –- Fast Track --</a:t>
            </a: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272698B2-FDF0-D84E-EF46-8FDD5D8210D4}"/>
              </a:ext>
            </a:extLst>
          </p:cNvPr>
          <p:cNvGrpSpPr/>
          <p:nvPr/>
        </p:nvGrpSpPr>
        <p:grpSpPr>
          <a:xfrm>
            <a:off x="316279" y="1989000"/>
            <a:ext cx="11559441" cy="2880000"/>
            <a:chOff x="35910" y="1910746"/>
            <a:chExt cx="11559441" cy="2880000"/>
          </a:xfrm>
        </p:grpSpPr>
        <p:pic>
          <p:nvPicPr>
            <p:cNvPr id="6" name="Immagine 5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EEDFA1FC-FB11-380E-2B82-DA0E0BC12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4527" y="1910746"/>
              <a:ext cx="5810824" cy="2880000"/>
            </a:xfrm>
            <a:prstGeom prst="rect">
              <a:avLst/>
            </a:prstGeom>
          </p:spPr>
        </p:pic>
        <p:pic>
          <p:nvPicPr>
            <p:cNvPr id="8" name="Immagine 7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FA1882A8-8E60-5165-7980-A04C42622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10" y="1910746"/>
              <a:ext cx="5748617" cy="28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19385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A4282-D1C7-0135-107B-C5111A834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8D24D6-DA44-26D0-875C-C91355209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23900"/>
          </a:xfrm>
        </p:spPr>
        <p:txBody>
          <a:bodyPr/>
          <a:lstStyle/>
          <a:p>
            <a:r>
              <a:rPr lang="it-IT" dirty="0"/>
              <a:t>Simulazione – Analisi del Transitorio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01212FD-B80C-021C-26AA-607B22751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46</a:t>
            </a:fld>
            <a:endParaRPr lang="it-IT" sz="2000" dirty="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5E39D52-A096-8191-DBDA-5CDA37E3EFBC}"/>
              </a:ext>
            </a:extLst>
          </p:cNvPr>
          <p:cNvSpPr txBox="1"/>
          <p:nvPr/>
        </p:nvSpPr>
        <p:spPr>
          <a:xfrm>
            <a:off x="3693510" y="723900"/>
            <a:ext cx="383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Zona Sicurezza –- Normale e Fast --</a:t>
            </a:r>
          </a:p>
        </p:txBody>
      </p:sp>
      <p:pic>
        <p:nvPicPr>
          <p:cNvPr id="8" name="Immagine 7" descr="Immagine che contiene diagramma, line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A800F91D-85B1-8967-7A7E-68585D697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665" y="2436095"/>
            <a:ext cx="5811225" cy="2880000"/>
          </a:xfrm>
          <a:prstGeom prst="rect">
            <a:avLst/>
          </a:prstGeom>
        </p:spPr>
      </p:pic>
      <p:grpSp>
        <p:nvGrpSpPr>
          <p:cNvPr id="14" name="Gruppo 13">
            <a:extLst>
              <a:ext uri="{FF2B5EF4-FFF2-40B4-BE49-F238E27FC236}">
                <a16:creationId xmlns:a16="http://schemas.microsoft.com/office/drawing/2014/main" id="{88B9EEE2-96B2-A369-4730-6F531A616022}"/>
              </a:ext>
            </a:extLst>
          </p:cNvPr>
          <p:cNvGrpSpPr/>
          <p:nvPr/>
        </p:nvGrpSpPr>
        <p:grpSpPr>
          <a:xfrm>
            <a:off x="0" y="1093232"/>
            <a:ext cx="5910665" cy="5760000"/>
            <a:chOff x="0" y="1093232"/>
            <a:chExt cx="5910665" cy="5760000"/>
          </a:xfrm>
        </p:grpSpPr>
        <p:pic>
          <p:nvPicPr>
            <p:cNvPr id="6" name="Immagine 5" descr="Immagine che contiene diagramma, testo, Diagramma, linea&#10;&#10;Il contenuto generato dall'IA potrebbe non essere corretto.">
              <a:extLst>
                <a:ext uri="{FF2B5EF4-FFF2-40B4-BE49-F238E27FC236}">
                  <a16:creationId xmlns:a16="http://schemas.microsoft.com/office/drawing/2014/main" id="{41226E0E-7C5F-B976-71F5-4D32DD2FD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73232"/>
              <a:ext cx="5714377" cy="2880000"/>
            </a:xfrm>
            <a:prstGeom prst="rect">
              <a:avLst/>
            </a:prstGeom>
          </p:spPr>
        </p:pic>
        <p:pic>
          <p:nvPicPr>
            <p:cNvPr id="13" name="Immagine 12" descr="Immagine che contiene testo, linea, diagramm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02F7DF68-5D23-196A-3002-12938CB4C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093232"/>
              <a:ext cx="5910665" cy="28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20216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49AD2-CAA6-C0F3-C690-F77C6F8C5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ED181A-3084-1C02-5C84-41C3921C6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264688" cy="638175"/>
          </a:xfrm>
        </p:spPr>
        <p:txBody>
          <a:bodyPr>
            <a:noAutofit/>
          </a:bodyPr>
          <a:lstStyle/>
          <a:p>
            <a:r>
              <a:rPr lang="it-IT" dirty="0"/>
              <a:t>Analisi Orizzonte Finito - Affidabilità QoS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DFF13E-2955-069D-1600-82EE1385F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47774"/>
            <a:ext cx="8961966" cy="5000625"/>
          </a:xfrm>
        </p:spPr>
        <p:txBody>
          <a:bodyPr>
            <a:normAutofit/>
          </a:bodyPr>
          <a:lstStyle/>
          <a:p>
            <a:r>
              <a:rPr lang="it-IT" dirty="0"/>
              <a:t>L’obiettivo è valutare se l’Aeroporto garantisce i tempi d’attesa previsti dalla </a:t>
            </a:r>
            <a:r>
              <a:rPr lang="it-IT" b="1" dirty="0"/>
              <a:t>Carta dei Servizi</a:t>
            </a:r>
            <a:r>
              <a:rPr lang="it-IT" dirty="0"/>
              <a:t>, verificando che:</a:t>
            </a:r>
          </a:p>
          <a:p>
            <a:pPr lvl="1"/>
            <a:r>
              <a:rPr lang="it-IT" dirty="0"/>
              <a:t>Nel 90% dei casi, i tempi al </a:t>
            </a:r>
            <a:r>
              <a:rPr lang="it-IT" b="1" dirty="0"/>
              <a:t>Check-In </a:t>
            </a:r>
            <a:r>
              <a:rPr lang="it-IT" dirty="0"/>
              <a:t>siano ≤ 933 s (15,55 min)</a:t>
            </a:r>
          </a:p>
          <a:p>
            <a:pPr lvl="1"/>
            <a:r>
              <a:rPr lang="it-IT" dirty="0"/>
              <a:t>Nel 90% dei casi, i tempi ai </a:t>
            </a:r>
            <a:r>
              <a:rPr lang="it-IT" b="1" dirty="0"/>
              <a:t>Controlli di Sicurezza</a:t>
            </a:r>
            <a:r>
              <a:rPr lang="it-IT" dirty="0"/>
              <a:t> siano </a:t>
            </a:r>
            <a:r>
              <a:rPr lang="it-IT" dirty="0">
                <a:cs typeface="Times New Roman" panose="02020603050405020304" pitchFamily="18" charset="0"/>
              </a:rPr>
              <a:t>≤ 340 s (5,40 min)</a:t>
            </a:r>
          </a:p>
          <a:p>
            <a:r>
              <a:rPr lang="it-IT" dirty="0">
                <a:cs typeface="Times New Roman" panose="02020603050405020304" pitchFamily="18" charset="0"/>
              </a:rPr>
              <a:t>E’ stata condotta una simulazione ad orizzonte finito con 64 repliche, analizzando il 90° percentile dei tempi d’attesa per ciascuna replica.</a:t>
            </a:r>
          </a:p>
          <a:p>
            <a:r>
              <a:rPr lang="it-IT" dirty="0">
                <a:cs typeface="Times New Roman" panose="02020603050405020304" pitchFamily="18" charset="0"/>
              </a:rPr>
              <a:t>Indicatori calcolati:</a:t>
            </a:r>
          </a:p>
          <a:p>
            <a:pPr lvl="1"/>
            <a:r>
              <a:rPr lang="it-IT" b="1" dirty="0">
                <a:cs typeface="Times New Roman" panose="02020603050405020304" pitchFamily="18" charset="0"/>
              </a:rPr>
              <a:t>Media e Deviazione standard </a:t>
            </a:r>
            <a:r>
              <a:rPr lang="it-IT" dirty="0">
                <a:cs typeface="Times New Roman" panose="02020603050405020304" pitchFamily="18" charset="0"/>
              </a:rPr>
              <a:t>dei 90° percentili;</a:t>
            </a:r>
          </a:p>
          <a:p>
            <a:pPr lvl="1"/>
            <a:r>
              <a:rPr lang="it-IT" b="1" dirty="0">
                <a:cs typeface="Times New Roman" panose="02020603050405020304" pitchFamily="18" charset="0"/>
              </a:rPr>
              <a:t>Intervallo di confidenza </a:t>
            </a:r>
            <a:r>
              <a:rPr lang="it-IT" dirty="0">
                <a:cs typeface="Times New Roman" panose="02020603050405020304" pitchFamily="18" charset="0"/>
              </a:rPr>
              <a:t>al 95% sulla media;</a:t>
            </a:r>
          </a:p>
          <a:p>
            <a:pPr lvl="1"/>
            <a:r>
              <a:rPr lang="it-IT" b="1" dirty="0">
                <a:cs typeface="Times New Roman" panose="02020603050405020304" pitchFamily="18" charset="0"/>
              </a:rPr>
              <a:t>Probabilità di violazione </a:t>
            </a:r>
            <a:r>
              <a:rPr lang="it-IT" dirty="0">
                <a:cs typeface="Times New Roman" panose="02020603050405020304" pitchFamily="18" charset="0"/>
              </a:rPr>
              <a:t>della soglia QoS;</a:t>
            </a:r>
          </a:p>
          <a:p>
            <a:r>
              <a:rPr lang="it-IT" dirty="0">
                <a:cs typeface="Times New Roman" panose="02020603050405020304" pitchFamily="18" charset="0"/>
              </a:rPr>
              <a:t>L’analisi è stata condotta su entrambe le zone.</a:t>
            </a: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7C37C0E-EA20-B519-702C-243AA3513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47</a:t>
            </a:fld>
            <a:endParaRPr lang="it-IT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6579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82DDB-4188-634F-86FC-949E1A74E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AEB6A0-5084-01E2-95D1-48FF9502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3688"/>
          </a:xfrm>
        </p:spPr>
        <p:txBody>
          <a:bodyPr>
            <a:normAutofit/>
          </a:bodyPr>
          <a:lstStyle/>
          <a:p>
            <a:r>
              <a:rPr lang="it-IT" dirty="0"/>
              <a:t>Check‑In: QoS rispettata al 100%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5A27EDD-7B8D-53D6-A9CE-3D1143AC5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48</a:t>
            </a:fld>
            <a:endParaRPr lang="it-IT" sz="2000" dirty="0">
              <a:solidFill>
                <a:schemeClr val="bg1"/>
              </a:solidFill>
            </a:endParaRPr>
          </a:p>
        </p:txBody>
      </p:sp>
      <p:graphicFrame>
        <p:nvGraphicFramePr>
          <p:cNvPr id="7" name="Segnaposto contenuto 4">
            <a:extLst>
              <a:ext uri="{FF2B5EF4-FFF2-40B4-BE49-F238E27FC236}">
                <a16:creationId xmlns:a16="http://schemas.microsoft.com/office/drawing/2014/main" id="{14813107-63C0-FECC-E5FD-5976607891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4394991"/>
              </p:ext>
            </p:extLst>
          </p:nvPr>
        </p:nvGraphicFramePr>
        <p:xfrm>
          <a:off x="696191" y="1945640"/>
          <a:ext cx="952415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924">
                  <a:extLst>
                    <a:ext uri="{9D8B030D-6E8A-4147-A177-3AD203B41FA5}">
                      <a16:colId xmlns:a16="http://schemas.microsoft.com/office/drawing/2014/main" val="3522545487"/>
                    </a:ext>
                  </a:extLst>
                </a:gridCol>
                <a:gridCol w="2380302">
                  <a:extLst>
                    <a:ext uri="{9D8B030D-6E8A-4147-A177-3AD203B41FA5}">
                      <a16:colId xmlns:a16="http://schemas.microsoft.com/office/drawing/2014/main" val="3180946689"/>
                    </a:ext>
                  </a:extLst>
                </a:gridCol>
                <a:gridCol w="3534927">
                  <a:extLst>
                    <a:ext uri="{9D8B030D-6E8A-4147-A177-3AD203B41FA5}">
                      <a16:colId xmlns:a16="http://schemas.microsoft.com/office/drawing/2014/main" val="1863997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Indicatore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Valore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Note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493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Soglia QoS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933 s (15,55 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Target di Riferimento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79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Media Campionaria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99,79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//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02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IC 95% sulla Media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[96,48 ; 103,10]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//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71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Media 90° Percentile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320,27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accent2"/>
                          </a:solidFill>
                        </a:rPr>
                        <a:t>Ampliamente dentro Soglia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275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IC 95% sul Percentile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[307,70 ; 332,84]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accent2"/>
                          </a:solidFill>
                        </a:rPr>
                        <a:t>Sotto la Soglia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5808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Repliche sopra soglia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 / 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//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77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Probabilità violazione del QoS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accent2"/>
                          </a:solidFill>
                        </a:rPr>
                        <a:t>Certezza di NON Violazione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043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9658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7B05E-3E06-9EFC-C733-48981C7E6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EA127F-AB7E-51B0-C75B-6342F490C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9655"/>
          </a:xfrm>
        </p:spPr>
        <p:txBody>
          <a:bodyPr/>
          <a:lstStyle/>
          <a:p>
            <a:r>
              <a:rPr lang="it-IT" dirty="0"/>
              <a:t>Intervallo Confidenza sul Percentile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14B497-9B76-ED14-DFA7-67A22A3D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49</a:t>
            </a:fld>
            <a:endParaRPr lang="it-IT" sz="2000" dirty="0">
              <a:solidFill>
                <a:schemeClr val="bg1"/>
              </a:solidFill>
            </a:endParaRPr>
          </a:p>
        </p:txBody>
      </p:sp>
      <p:pic>
        <p:nvPicPr>
          <p:cNvPr id="6" name="Immagine 5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134B8B41-13CB-CE3E-361B-360A797FA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309254"/>
            <a:ext cx="8446715" cy="507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827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B89F3-3D0B-37B5-0251-F515505A3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FD45B9-CAB0-7B35-47E7-4E929DE6A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7700"/>
          </a:xfrm>
        </p:spPr>
        <p:txBody>
          <a:bodyPr/>
          <a:lstStyle/>
          <a:p>
            <a:r>
              <a:rPr lang="it-IT" dirty="0"/>
              <a:t>Andamento giornaliero del Percentile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8030D-E8B3-81BB-46BF-3A3BA557D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50</a:t>
            </a:fld>
            <a:endParaRPr lang="it-IT" dirty="0">
              <a:solidFill>
                <a:schemeClr val="bg1"/>
              </a:solidFill>
            </a:endParaRP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DB2D340E-BBBD-5CD6-91BE-9CB6984F022D}"/>
              </a:ext>
            </a:extLst>
          </p:cNvPr>
          <p:cNvGrpSpPr/>
          <p:nvPr/>
        </p:nvGrpSpPr>
        <p:grpSpPr>
          <a:xfrm>
            <a:off x="0" y="1915816"/>
            <a:ext cx="12053455" cy="3134166"/>
            <a:chOff x="309001" y="2272997"/>
            <a:chExt cx="11541329" cy="2880000"/>
          </a:xfrm>
        </p:grpSpPr>
        <p:pic>
          <p:nvPicPr>
            <p:cNvPr id="6" name="Immagine 5" descr="Immagine che contiene diagramma, linea, Diagramma, testo&#10;&#10;Il contenuto generato dall'IA potrebbe non essere corretto.">
              <a:extLst>
                <a:ext uri="{FF2B5EF4-FFF2-40B4-BE49-F238E27FC236}">
                  <a16:creationId xmlns:a16="http://schemas.microsoft.com/office/drawing/2014/main" id="{39943353-F7EB-87F2-25C9-8A6BC4357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0329" y="2272997"/>
              <a:ext cx="5760001" cy="2880000"/>
            </a:xfrm>
            <a:prstGeom prst="rect">
              <a:avLst/>
            </a:prstGeom>
          </p:spPr>
        </p:pic>
        <p:pic>
          <p:nvPicPr>
            <p:cNvPr id="8" name="Immagine 7" descr="Immagine che contiene testo, Diagramma, line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B9992CF0-CF87-FC98-1837-D53CE111C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001" y="2272997"/>
              <a:ext cx="5786999" cy="28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81249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1D280-578C-3E91-610D-C52E528F6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F1C776-9546-D143-AF14-B886BEEA3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3688"/>
          </a:xfrm>
        </p:spPr>
        <p:txBody>
          <a:bodyPr>
            <a:normAutofit/>
          </a:bodyPr>
          <a:lstStyle/>
          <a:p>
            <a:r>
              <a:rPr lang="it-IT" dirty="0"/>
              <a:t>Sicurezza: Soglia QoS Rispettata al 54%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119F46A-078E-3E48-089A-03304D2BC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51</a:t>
            </a:fld>
            <a:endParaRPr lang="it-IT" sz="2000" dirty="0">
              <a:solidFill>
                <a:schemeClr val="bg1"/>
              </a:solidFill>
            </a:endParaRPr>
          </a:p>
        </p:txBody>
      </p:sp>
      <p:graphicFrame>
        <p:nvGraphicFramePr>
          <p:cNvPr id="7" name="Segnaposto contenuto 4">
            <a:extLst>
              <a:ext uri="{FF2B5EF4-FFF2-40B4-BE49-F238E27FC236}">
                <a16:creationId xmlns:a16="http://schemas.microsoft.com/office/drawing/2014/main" id="{31B57F20-1D7C-F9FE-4A76-837ECC5CB7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7203962"/>
              </p:ext>
            </p:extLst>
          </p:nvPr>
        </p:nvGraphicFramePr>
        <p:xfrm>
          <a:off x="696191" y="1945640"/>
          <a:ext cx="952415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924">
                  <a:extLst>
                    <a:ext uri="{9D8B030D-6E8A-4147-A177-3AD203B41FA5}">
                      <a16:colId xmlns:a16="http://schemas.microsoft.com/office/drawing/2014/main" val="3522545487"/>
                    </a:ext>
                  </a:extLst>
                </a:gridCol>
                <a:gridCol w="2380302">
                  <a:extLst>
                    <a:ext uri="{9D8B030D-6E8A-4147-A177-3AD203B41FA5}">
                      <a16:colId xmlns:a16="http://schemas.microsoft.com/office/drawing/2014/main" val="3180946689"/>
                    </a:ext>
                  </a:extLst>
                </a:gridCol>
                <a:gridCol w="3534927">
                  <a:extLst>
                    <a:ext uri="{9D8B030D-6E8A-4147-A177-3AD203B41FA5}">
                      <a16:colId xmlns:a16="http://schemas.microsoft.com/office/drawing/2014/main" val="1863997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Indicatore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Valore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Note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493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Soglia QoS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324 s (5,40 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Target di Riferimento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79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Media Campionaria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113,05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//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02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IC 95% sulla Media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[101,38 ; 126,31]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//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71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Media 90° Percentile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367,60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Supera lievemente la Soglia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275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IC 95% sul Percentile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[320,22 ; 414,85]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accent2"/>
                          </a:solidFill>
                        </a:rPr>
                        <a:t>Include la Soglia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5808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Repliche sopra soglia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30 / 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//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77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Probabilità violazione del QoS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46,88%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Margine d’incertezza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043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6757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6853B-6378-380A-C0F0-94450901A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A689B1-F6F5-DE97-BEE8-CC7A5AF83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9655"/>
          </a:xfrm>
        </p:spPr>
        <p:txBody>
          <a:bodyPr/>
          <a:lstStyle/>
          <a:p>
            <a:r>
              <a:rPr lang="it-IT" dirty="0"/>
              <a:t>Intervallo Confidenza sul Percentile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94B2424-0D70-D868-1630-DE9425CD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52</a:t>
            </a:fld>
            <a:endParaRPr lang="it-IT" sz="2000" dirty="0">
              <a:solidFill>
                <a:schemeClr val="bg1"/>
              </a:solidFill>
            </a:endParaRPr>
          </a:p>
        </p:txBody>
      </p:sp>
      <p:pic>
        <p:nvPicPr>
          <p:cNvPr id="5" name="Immagine 4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75274E39-84E4-BAE0-7E52-63A9332E2A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309256"/>
            <a:ext cx="9073122" cy="518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100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09CEF-BFB5-8243-5F66-7A773B4D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26D607-47D8-C4D9-8B25-E82E319E9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7700"/>
          </a:xfrm>
        </p:spPr>
        <p:txBody>
          <a:bodyPr/>
          <a:lstStyle/>
          <a:p>
            <a:r>
              <a:rPr lang="it-IT" dirty="0"/>
              <a:t>Andamento giornaliero del Percentile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388BA97-A0E6-AC6E-836B-AA5291C75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53</a:t>
            </a:fld>
            <a:endParaRPr lang="it-IT" dirty="0">
              <a:solidFill>
                <a:schemeClr val="bg1"/>
              </a:solidFill>
            </a:endParaRP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24371779-F717-692F-4BF1-E979EC93A18B}"/>
              </a:ext>
            </a:extLst>
          </p:cNvPr>
          <p:cNvGrpSpPr/>
          <p:nvPr/>
        </p:nvGrpSpPr>
        <p:grpSpPr>
          <a:xfrm>
            <a:off x="15085" y="1755000"/>
            <a:ext cx="11835245" cy="3348000"/>
            <a:chOff x="163013" y="2949508"/>
            <a:chExt cx="11656416" cy="2880000"/>
          </a:xfrm>
        </p:grpSpPr>
        <p:pic>
          <p:nvPicPr>
            <p:cNvPr id="5" name="Immagine 4" descr="Immagine che contiene testo, Diagramma, diagramma, linea&#10;&#10;Il contenuto generato dall'IA potrebbe non essere corretto.">
              <a:extLst>
                <a:ext uri="{FF2B5EF4-FFF2-40B4-BE49-F238E27FC236}">
                  <a16:creationId xmlns:a16="http://schemas.microsoft.com/office/drawing/2014/main" id="{D905A139-AE1F-90D5-6E43-DF0C508EC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2949508"/>
              <a:ext cx="5723429" cy="2880000"/>
            </a:xfrm>
            <a:prstGeom prst="rect">
              <a:avLst/>
            </a:prstGeom>
          </p:spPr>
        </p:pic>
        <p:pic>
          <p:nvPicPr>
            <p:cNvPr id="8" name="Immagine 7" descr="Immagine che contiene testo, Diagramma, linea, diagramma&#10;&#10;Il contenuto generato dall'IA potrebbe non essere corretto.">
              <a:extLst>
                <a:ext uri="{FF2B5EF4-FFF2-40B4-BE49-F238E27FC236}">
                  <a16:creationId xmlns:a16="http://schemas.microsoft.com/office/drawing/2014/main" id="{54C825E4-86A5-EE44-240F-5A6B98069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013" y="2949508"/>
              <a:ext cx="5932987" cy="28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61454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E5ABE-583C-BF1C-5883-AE210CBD5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AC455D-1160-E0B6-1360-C86ACF4A2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/>
          <a:lstStyle/>
          <a:p>
            <a:r>
              <a:rPr lang="it-IT" dirty="0"/>
              <a:t>Considerazioni e Valutazioni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84E34A-CB2D-B13F-5FB0-E5705E6ED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1601"/>
            <a:ext cx="8596668" cy="685800"/>
          </a:xfrm>
        </p:spPr>
        <p:txBody>
          <a:bodyPr/>
          <a:lstStyle/>
          <a:p>
            <a:r>
              <a:rPr lang="it-IT" dirty="0"/>
              <a:t>Da queste analisi, abbiamo tutti gli strumenti per valutare le prestazioni del sistema rispetto agli obiettivi proposti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9DD5C1E-E73E-83E3-8EA0-19B80A3E9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54</a:t>
            </a:fld>
            <a:endParaRPr lang="it-IT" sz="2000" dirty="0">
              <a:solidFill>
                <a:schemeClr val="bg1"/>
              </a:solidFill>
            </a:endParaRP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32BBBB0E-4744-41A5-A2BB-147BABA48EB8}"/>
              </a:ext>
            </a:extLst>
          </p:cNvPr>
          <p:cNvGrpSpPr/>
          <p:nvPr/>
        </p:nvGrpSpPr>
        <p:grpSpPr>
          <a:xfrm>
            <a:off x="1051897" y="2195513"/>
            <a:ext cx="7847541" cy="2466974"/>
            <a:chOff x="100683" y="2315265"/>
            <a:chExt cx="9071092" cy="2894910"/>
          </a:xfrm>
        </p:grpSpPr>
        <p:graphicFrame>
          <p:nvGraphicFramePr>
            <p:cNvPr id="6" name="Diagramma 5">
              <a:extLst>
                <a:ext uri="{FF2B5EF4-FFF2-40B4-BE49-F238E27FC236}">
                  <a16:creationId xmlns:a16="http://schemas.microsoft.com/office/drawing/2014/main" id="{3929F516-0BED-AA7E-0720-F1820A90BCB8}"/>
                </a:ext>
              </a:extLst>
            </p:cNvPr>
            <p:cNvGraphicFramePr/>
            <p:nvPr/>
          </p:nvGraphicFramePr>
          <p:xfrm>
            <a:off x="100683" y="2315265"/>
            <a:ext cx="4196107" cy="289491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7" name="Diagramma 6">
              <a:extLst>
                <a:ext uri="{FF2B5EF4-FFF2-40B4-BE49-F238E27FC236}">
                  <a16:creationId xmlns:a16="http://schemas.microsoft.com/office/drawing/2014/main" id="{1DD2E635-95B6-AA71-45F1-585A7D1528A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99056885"/>
                </p:ext>
              </p:extLst>
            </p:nvPr>
          </p:nvGraphicFramePr>
          <p:xfrm>
            <a:off x="4975668" y="2315265"/>
            <a:ext cx="4196107" cy="289491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</p:grp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4D05B4FF-0827-690E-365E-4ABF9DED1ACE}"/>
              </a:ext>
            </a:extLst>
          </p:cNvPr>
          <p:cNvCxnSpPr/>
          <p:nvPr/>
        </p:nvCxnSpPr>
        <p:spPr>
          <a:xfrm>
            <a:off x="4975668" y="2271713"/>
            <a:ext cx="0" cy="45196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74C2DDB-08C2-4B04-A2BA-2EABE14B567F}"/>
              </a:ext>
            </a:extLst>
          </p:cNvPr>
          <p:cNvSpPr txBox="1"/>
          <p:nvPr/>
        </p:nvSpPr>
        <p:spPr>
          <a:xfrm>
            <a:off x="5269322" y="4695824"/>
            <a:ext cx="3567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90°percentile: ≈ 6 minuti</a:t>
            </a:r>
          </a:p>
        </p:txBody>
      </p:sp>
      <p:pic>
        <p:nvPicPr>
          <p:cNvPr id="12" name="Immagine 11" descr="Immagine che contiene Elementi grafici, cerchio, Policromia, simbolo&#10;&#10;Il contenuto generato dall'IA potrebbe non essere corretto.">
            <a:extLst>
              <a:ext uri="{FF2B5EF4-FFF2-40B4-BE49-F238E27FC236}">
                <a16:creationId xmlns:a16="http://schemas.microsoft.com/office/drawing/2014/main" id="{0F7F4D91-000F-A974-07E3-7F66835B9B5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641" y="4695824"/>
            <a:ext cx="370800" cy="370800"/>
          </a:xfrm>
          <a:prstGeom prst="rect">
            <a:avLst/>
          </a:prstGeom>
        </p:spPr>
      </p:pic>
      <p:pic>
        <p:nvPicPr>
          <p:cNvPr id="8" name="Immagine 7" descr="Immagine che contiene Elementi grafici, cerchio, Policromia, simbolo&#10;&#10;Il contenuto generato dall'IA potrebbe non essere corretto.">
            <a:extLst>
              <a:ext uri="{FF2B5EF4-FFF2-40B4-BE49-F238E27FC236}">
                <a16:creationId xmlns:a16="http://schemas.microsoft.com/office/drawing/2014/main" id="{01D85E32-4AAB-3964-836C-8B26FF8F444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002" y="4662487"/>
            <a:ext cx="370800" cy="370800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478C2A6-941D-956D-F389-61FFF7D2ACF2}"/>
              </a:ext>
            </a:extLst>
          </p:cNvPr>
          <p:cNvSpPr txBox="1"/>
          <p:nvPr/>
        </p:nvSpPr>
        <p:spPr>
          <a:xfrm>
            <a:off x="411906" y="4695824"/>
            <a:ext cx="4563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90°percentile: ≈ 6 minuti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6B0517D-CD8A-0672-95EB-B23AB1B5FBDE}"/>
              </a:ext>
            </a:extLst>
          </p:cNvPr>
          <p:cNvSpPr txBox="1"/>
          <p:nvPr/>
        </p:nvSpPr>
        <p:spPr>
          <a:xfrm>
            <a:off x="411907" y="5098493"/>
            <a:ext cx="4563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Prob</a:t>
            </a:r>
            <a:r>
              <a:rPr lang="it-IT" dirty="0"/>
              <a:t>. Violazione: 0/64 = 0%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AC8E87B5-89D9-B21B-5C39-C2C6B7E60327}"/>
              </a:ext>
            </a:extLst>
          </p:cNvPr>
          <p:cNvSpPr txBox="1"/>
          <p:nvPr/>
        </p:nvSpPr>
        <p:spPr>
          <a:xfrm>
            <a:off x="4975668" y="5098493"/>
            <a:ext cx="4563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Prob</a:t>
            </a:r>
            <a:r>
              <a:rPr lang="it-IT" dirty="0"/>
              <a:t>. Violazione: 30/64 = 46,88%</a:t>
            </a:r>
          </a:p>
        </p:txBody>
      </p:sp>
    </p:spTree>
    <p:extLst>
      <p:ext uri="{BB962C8B-B14F-4D97-AF65-F5344CB8AC3E}">
        <p14:creationId xmlns:p14="http://schemas.microsoft.com/office/powerpoint/2010/main" val="9379363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530583-E83A-38BF-4281-3B09E879E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6275"/>
          </a:xfrm>
        </p:spPr>
        <p:txBody>
          <a:bodyPr/>
          <a:lstStyle/>
          <a:p>
            <a:r>
              <a:rPr lang="it-IT" dirty="0"/>
              <a:t>Conclusioni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8989AE-AAEA-6C70-7D71-B2C755A4D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85875"/>
            <a:ext cx="8838141" cy="439736"/>
          </a:xfrm>
        </p:spPr>
        <p:txBody>
          <a:bodyPr/>
          <a:lstStyle/>
          <a:p>
            <a:r>
              <a:rPr lang="it-IT" dirty="0"/>
              <a:t>Riportiamo i risultati ottenuti del 90° percentile, per le due zone attenzionate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60A9997-E6AF-80AC-5FD4-043A9E1D4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661" y="6492875"/>
            <a:ext cx="683339" cy="365125"/>
          </a:xfrm>
        </p:spPr>
        <p:txBody>
          <a:bodyPr/>
          <a:lstStyle/>
          <a:p>
            <a:fld id="{D87D1DC9-3B65-4EB2-AAA2-4BCA5EE1B4AB}" type="slidenum">
              <a:rPr lang="it-IT" sz="2000" smtClean="0">
                <a:solidFill>
                  <a:schemeClr val="bg1"/>
                </a:solidFill>
              </a:rPr>
              <a:t>55</a:t>
            </a:fld>
            <a:endParaRPr lang="it-IT" sz="2000" dirty="0">
              <a:solidFill>
                <a:schemeClr val="bg1"/>
              </a:solidFill>
            </a:endParaRPr>
          </a:p>
        </p:txBody>
      </p:sp>
      <p:pic>
        <p:nvPicPr>
          <p:cNvPr id="7" name="Immagine 6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11C3EE75-89A9-EA35-B3AF-B2B927388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204829"/>
            <a:ext cx="10492893" cy="244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2750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166D89-60FF-DD24-0F01-2D54A92F1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681" y="3048000"/>
            <a:ext cx="5590116" cy="762000"/>
          </a:xfrm>
        </p:spPr>
        <p:txBody>
          <a:bodyPr/>
          <a:lstStyle/>
          <a:p>
            <a:r>
              <a:rPr lang="it-IT" dirty="0"/>
              <a:t>Grazie per l’Attenzione !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FFF27525-1229-DDF5-E617-E62060ECDC71}"/>
              </a:ext>
            </a:extLst>
          </p:cNvPr>
          <p:cNvGrpSpPr/>
          <p:nvPr/>
        </p:nvGrpSpPr>
        <p:grpSpPr>
          <a:xfrm>
            <a:off x="488721" y="723900"/>
            <a:ext cx="8288036" cy="2200437"/>
            <a:chOff x="985965" y="1492870"/>
            <a:chExt cx="8288036" cy="2200437"/>
          </a:xfrm>
        </p:grpSpPr>
        <p:pic>
          <p:nvPicPr>
            <p:cNvPr id="5" name="Immagine 4" descr="Immagine che contiene logo, Carattere, simbolo, Elementi grafici&#10;&#10;Il contenuto generato dall'IA potrebbe non essere corretto.">
              <a:extLst>
                <a:ext uri="{FF2B5EF4-FFF2-40B4-BE49-F238E27FC236}">
                  <a16:creationId xmlns:a16="http://schemas.microsoft.com/office/drawing/2014/main" id="{25009AD0-54C6-ABDB-DF01-8E9D1E886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5965" y="1492870"/>
              <a:ext cx="4029717" cy="2200437"/>
            </a:xfrm>
            <a:prstGeom prst="rect">
              <a:avLst/>
            </a:prstGeom>
          </p:spPr>
        </p:pic>
        <p:pic>
          <p:nvPicPr>
            <p:cNvPr id="6" name="Immagine 5" descr="Immagine che contiene testo, Carattere, logo, Elementi grafici&#10;&#10;Il contenuto generato dall'IA potrebbe non essere corretto.">
              <a:extLst>
                <a:ext uri="{FF2B5EF4-FFF2-40B4-BE49-F238E27FC236}">
                  <a16:creationId xmlns:a16="http://schemas.microsoft.com/office/drawing/2014/main" id="{F59F5884-14E0-100B-BF2E-A6AAA7FEA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4284" y="2049867"/>
              <a:ext cx="4029717" cy="1086443"/>
            </a:xfrm>
            <a:prstGeom prst="rect">
              <a:avLst/>
            </a:prstGeom>
          </p:spPr>
        </p:pic>
      </p:grpSp>
      <p:sp>
        <p:nvSpPr>
          <p:cNvPr id="8" name="Sottotitolo 2">
            <a:extLst>
              <a:ext uri="{FF2B5EF4-FFF2-40B4-BE49-F238E27FC236}">
                <a16:creationId xmlns:a16="http://schemas.microsoft.com/office/drawing/2014/main" id="{517419E0-26DF-9140-DB24-A8A4DD12BBF6}"/>
              </a:ext>
            </a:extLst>
          </p:cNvPr>
          <p:cNvSpPr txBox="1">
            <a:spLocks/>
          </p:cNvSpPr>
          <p:nvPr/>
        </p:nvSpPr>
        <p:spPr>
          <a:xfrm>
            <a:off x="374420" y="3933663"/>
            <a:ext cx="8288035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it-IT" sz="2000" i="1" dirty="0"/>
              <a:t>Simone Ercole  </a:t>
            </a: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it-IT" sz="2000" i="1" dirty="0"/>
              <a:t>Federico Pepe </a:t>
            </a:r>
          </a:p>
        </p:txBody>
      </p:sp>
    </p:spTree>
    <p:extLst>
      <p:ext uri="{BB962C8B-B14F-4D97-AF65-F5344CB8AC3E}">
        <p14:creationId xmlns:p14="http://schemas.microsoft.com/office/powerpoint/2010/main" val="467807212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Sfaccettatur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1895</TotalTime>
  <Words>2144</Words>
  <Application>Microsoft Office PowerPoint</Application>
  <PresentationFormat>Widescreen</PresentationFormat>
  <Paragraphs>428</Paragraphs>
  <Slides>56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56</vt:i4>
      </vt:variant>
    </vt:vector>
  </HeadingPairs>
  <TitlesOfParts>
    <vt:vector size="64" baseType="lpstr">
      <vt:lpstr>Aptos</vt:lpstr>
      <vt:lpstr>Arial</vt:lpstr>
      <vt:lpstr>Cambria Math</vt:lpstr>
      <vt:lpstr>Times New Roman</vt:lpstr>
      <vt:lpstr>Trebuchet MS</vt:lpstr>
      <vt:lpstr>Wingdings</vt:lpstr>
      <vt:lpstr>Wingdings 3</vt:lpstr>
      <vt:lpstr>Sfaccettatura</vt:lpstr>
      <vt:lpstr>PROGETTO PMCSN AEROPORTO DI BOLOGNA «Guglielmo Marconi»</vt:lpstr>
      <vt:lpstr>Roadmap</vt:lpstr>
      <vt:lpstr>Introduzione</vt:lpstr>
      <vt:lpstr>Problematiche del Sistema</vt:lpstr>
      <vt:lpstr>Obiettivi dello Studio</vt:lpstr>
      <vt:lpstr>Roadmap</vt:lpstr>
      <vt:lpstr>Modello Concettuale</vt:lpstr>
      <vt:lpstr>Modello Concettuale</vt:lpstr>
      <vt:lpstr>Presentazione standard di PowerPoint</vt:lpstr>
      <vt:lpstr>Modello Concettuale</vt:lpstr>
      <vt:lpstr>Modello Concettuale</vt:lpstr>
      <vt:lpstr>Modello Delle Specifiche </vt:lpstr>
      <vt:lpstr>Modello delle Specifiche</vt:lpstr>
      <vt:lpstr>Simulazione – Analisi del Transitorio</vt:lpstr>
      <vt:lpstr>Simulazione – Analisi del Transitorio</vt:lpstr>
      <vt:lpstr>Simulazione – Analisi del Transitorio</vt:lpstr>
      <vt:lpstr>Simulazione – Analisi del Transitorio</vt:lpstr>
      <vt:lpstr>Simulazione – Analisi del Transitorio</vt:lpstr>
      <vt:lpstr>Simulazione – Analisi del Transitorio</vt:lpstr>
      <vt:lpstr>Simulazione – Analisi del Transitorio</vt:lpstr>
      <vt:lpstr>Simulazione – Analisi del Transitorio</vt:lpstr>
      <vt:lpstr>Simulazione – Analisi del Transitorio</vt:lpstr>
      <vt:lpstr>Simulazione – Analisi del Transitorio</vt:lpstr>
      <vt:lpstr>Esclusione dell’Analisi ad Orizzonte Infinito</vt:lpstr>
      <vt:lpstr>Analisi Orizzonte Finito - Affidabilità QoS</vt:lpstr>
      <vt:lpstr>Check‑In: QoS rispettata solo al 36%</vt:lpstr>
      <vt:lpstr>Intervallo Confidenza sul Percentile</vt:lpstr>
      <vt:lpstr>Andamento giornaliero del Percentile</vt:lpstr>
      <vt:lpstr>Sicurezza: Soglia QoS sempre Violata</vt:lpstr>
      <vt:lpstr>Intervallo Confidenza sul Percentile</vt:lpstr>
      <vt:lpstr>Andamento giornaliero del Percentile</vt:lpstr>
      <vt:lpstr>Considerazioni e Valutazioni</vt:lpstr>
      <vt:lpstr>Roadmap</vt:lpstr>
      <vt:lpstr>Modello Migliorativo</vt:lpstr>
      <vt:lpstr>Presentazione standard di PowerPoint</vt:lpstr>
      <vt:lpstr>Modello delle Specifiche</vt:lpstr>
      <vt:lpstr>Simulazione – Analisi del Transitorio</vt:lpstr>
      <vt:lpstr>Simulazione – Analisi del Transitorio</vt:lpstr>
      <vt:lpstr>Simulazione – Analisi del Transitorio</vt:lpstr>
      <vt:lpstr>Simulazione – Analisi del Transitorio</vt:lpstr>
      <vt:lpstr>Simulazione – Analisi del Transitorio</vt:lpstr>
      <vt:lpstr>Simulazione – Analisi del Transitorio</vt:lpstr>
      <vt:lpstr>Simulazione – Analisi del Transitorio</vt:lpstr>
      <vt:lpstr>Simulazione – Analisi del Transitorio</vt:lpstr>
      <vt:lpstr>Simulazione – Analisi del Transitorio</vt:lpstr>
      <vt:lpstr>Simulazione – Analisi del Transitorio</vt:lpstr>
      <vt:lpstr>Analisi Orizzonte Finito - Affidabilità QoS</vt:lpstr>
      <vt:lpstr>Check‑In: QoS rispettata al 100%</vt:lpstr>
      <vt:lpstr>Intervallo Confidenza sul Percentile</vt:lpstr>
      <vt:lpstr>Andamento giornaliero del Percentile</vt:lpstr>
      <vt:lpstr>Sicurezza: Soglia QoS Rispettata al 54%</vt:lpstr>
      <vt:lpstr>Intervallo Confidenza sul Percentile</vt:lpstr>
      <vt:lpstr>Andamento giornaliero del Percentile</vt:lpstr>
      <vt:lpstr>Considerazioni e Valutazioni</vt:lpstr>
      <vt:lpstr>Conclusioni</vt:lpstr>
      <vt:lpstr>Grazie per l’Attenzione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Federico Pepe</dc:creator>
  <cp:lastModifiedBy>Federico Pepe</cp:lastModifiedBy>
  <cp:revision>15</cp:revision>
  <dcterms:created xsi:type="dcterms:W3CDTF">2025-09-10T06:56:12Z</dcterms:created>
  <dcterms:modified xsi:type="dcterms:W3CDTF">2026-02-03T10:17:24Z</dcterms:modified>
</cp:coreProperties>
</file>